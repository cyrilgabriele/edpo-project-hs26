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6"/>
  </p:sldMasterIdLst>
  <p:notesMasterIdLst>
    <p:notesMasterId r:id="rId74"/>
  </p:notesMasterIdLst>
  <p:handoutMasterIdLst>
    <p:handoutMasterId r:id="rId75"/>
  </p:handoutMasterIdLst>
  <p:sldIdLst>
    <p:sldId id="256" r:id="rId57"/>
    <p:sldId id="257" r:id="rId58"/>
    <p:sldId id="258" r:id="rId59"/>
    <p:sldId id="274" r:id="rId60"/>
    <p:sldId id="259" r:id="rId61"/>
    <p:sldId id="262" r:id="rId62"/>
    <p:sldId id="263" r:id="rId63"/>
    <p:sldId id="264" r:id="rId64"/>
    <p:sldId id="265" r:id="rId65"/>
    <p:sldId id="266" r:id="rId66"/>
    <p:sldId id="267" r:id="rId67"/>
    <p:sldId id="269" r:id="rId68"/>
    <p:sldId id="270" r:id="rId69"/>
    <p:sldId id="275" r:id="rId70"/>
    <p:sldId id="271" r:id="rId71"/>
    <p:sldId id="272" r:id="rId72"/>
    <p:sldId id="273" r:id="rId73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2E"/>
    <a:srgbClr val="1A9F66"/>
    <a:srgbClr val="E31C3D"/>
    <a:srgbClr val="F46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1087C-1C87-F64B-8F02-62FA3A69F4E0}" v="1300" dt="2026-04-12T17:37:10.045"/>
    <p1510:client id="{E5D7D1B7-876E-1386-33E6-EA420D72BC46}" v="1" dt="2026-04-12T15:24:01.910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43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slide" Target="slides/slide7.xml"/><Relationship Id="rId68" Type="http://schemas.openxmlformats.org/officeDocument/2006/relationships/slide" Target="slides/slide12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slide" Target="slides/slide2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customXml" Target="../customXml/item5.xml"/><Relationship Id="rId61" Type="http://schemas.openxmlformats.org/officeDocument/2006/relationships/slide" Target="slides/slide5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56" Type="http://schemas.openxmlformats.org/officeDocument/2006/relationships/slideMaster" Target="slideMasters/slideMaster1.xml"/><Relationship Id="rId64" Type="http://schemas.openxmlformats.org/officeDocument/2006/relationships/slide" Target="slides/slide8.xml"/><Relationship Id="rId69" Type="http://schemas.openxmlformats.org/officeDocument/2006/relationships/slide" Target="slides/slide13.xml"/><Relationship Id="rId77" Type="http://schemas.openxmlformats.org/officeDocument/2006/relationships/viewProps" Target="viewProps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slide" Target="slides/slide16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3.xml"/><Relationship Id="rId67" Type="http://schemas.openxmlformats.org/officeDocument/2006/relationships/slide" Target="slides/slide11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customXml" Target="../customXml/item54.xml"/><Relationship Id="rId62" Type="http://schemas.openxmlformats.org/officeDocument/2006/relationships/slide" Target="slides/slide6.xml"/><Relationship Id="rId70" Type="http://schemas.openxmlformats.org/officeDocument/2006/relationships/slide" Target="slides/slide14.xml"/><Relationship Id="rId75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slide" Target="slides/slide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slide" Target="slides/slide4.xml"/><Relationship Id="rId65" Type="http://schemas.openxmlformats.org/officeDocument/2006/relationships/slide" Target="slides/slide9.xml"/><Relationship Id="rId73" Type="http://schemas.openxmlformats.org/officeDocument/2006/relationships/slide" Target="slides/slide17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presProps" Target="presProps.xml"/><Relationship Id="rId7" Type="http://schemas.openxmlformats.org/officeDocument/2006/relationships/customXml" Target="../customXml/item7.xml"/><Relationship Id="rId71" Type="http://schemas.openxmlformats.org/officeDocument/2006/relationships/slide" Target="slides/slide15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odosiadis, Ioannis" userId="S::ioannis.theodosiadis@student.unisg.ch::3e5ab6a3-7003-4a3e-bd62-affcd0d9d0ec" providerId="AD" clId="Web-{E5D7D1B7-876E-1386-33E6-EA420D72BC46}"/>
    <pc:docChg chg="sldOrd">
      <pc:chgData name="Theodosiadis, Ioannis" userId="S::ioannis.theodosiadis@student.unisg.ch::3e5ab6a3-7003-4a3e-bd62-affcd0d9d0ec" providerId="AD" clId="Web-{E5D7D1B7-876E-1386-33E6-EA420D72BC46}" dt="2026-04-12T15:24:01.910" v="0"/>
      <pc:docMkLst>
        <pc:docMk/>
      </pc:docMkLst>
      <pc:sldChg chg="ord">
        <pc:chgData name="Theodosiadis, Ioannis" userId="S::ioannis.theodosiadis@student.unisg.ch::3e5ab6a3-7003-4a3e-bd62-affcd0d9d0ec" providerId="AD" clId="Web-{E5D7D1B7-876E-1386-33E6-EA420D72BC46}" dt="2026-04-12T15:24:01.910" v="0"/>
        <pc:sldMkLst>
          <pc:docMk/>
          <pc:sldMk cId="3410646215" sldId="274"/>
        </pc:sldMkLst>
      </pc:sldChg>
    </pc:docChg>
  </pc:docChgLst>
  <pc:docChgLst>
    <pc:chgData name="Gabriele, Cyril" userId="1be75a10-e39f-4032-8195-d4e5b0ea0b62" providerId="ADAL" clId="{B0A1087C-1C87-F64B-8F02-62FA3A69F4E0}"/>
    <pc:docChg chg="undo custSel addSld delSld modSld">
      <pc:chgData name="Gabriele, Cyril" userId="1be75a10-e39f-4032-8195-d4e5b0ea0b62" providerId="ADAL" clId="{B0A1087C-1C87-F64B-8F02-62FA3A69F4E0}" dt="2026-04-12T17:37:10.045" v="1305" actId="207"/>
      <pc:docMkLst>
        <pc:docMk/>
      </pc:docMkLst>
      <pc:sldChg chg="modSp mod">
        <pc:chgData name="Gabriele, Cyril" userId="1be75a10-e39f-4032-8195-d4e5b0ea0b62" providerId="ADAL" clId="{B0A1087C-1C87-F64B-8F02-62FA3A69F4E0}" dt="2026-04-12T15:50:43.032" v="420" actId="207"/>
        <pc:sldMkLst>
          <pc:docMk/>
          <pc:sldMk cId="0" sldId="256"/>
        </pc:sldMkLst>
        <pc:spChg chg="mod">
          <ac:chgData name="Gabriele, Cyril" userId="1be75a10-e39f-4032-8195-d4e5b0ea0b62" providerId="ADAL" clId="{B0A1087C-1C87-F64B-8F02-62FA3A69F4E0}" dt="2026-04-12T15:50:43.032" v="420" actId="20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Gabriele, Cyril" userId="1be75a10-e39f-4032-8195-d4e5b0ea0b62" providerId="ADAL" clId="{B0A1087C-1C87-F64B-8F02-62FA3A69F4E0}" dt="2026-04-12T16:21:28.192" v="790" actId="113"/>
        <pc:sldMkLst>
          <pc:docMk/>
          <pc:sldMk cId="0" sldId="257"/>
        </pc:sldMkLst>
        <pc:spChg chg="mod">
          <ac:chgData name="Gabriele, Cyril" userId="1be75a10-e39f-4032-8195-d4e5b0ea0b62" providerId="ADAL" clId="{B0A1087C-1C87-F64B-8F02-62FA3A69F4E0}" dt="2026-04-12T16:21:28.192" v="790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5:47:29.580" v="405" actId="107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Gabriele, Cyril" userId="1be75a10-e39f-4032-8195-d4e5b0ea0b62" providerId="ADAL" clId="{B0A1087C-1C87-F64B-8F02-62FA3A69F4E0}" dt="2026-04-12T15:50:04.199" v="415"/>
          <ac:spMkLst>
            <pc:docMk/>
            <pc:sldMk cId="0" sldId="257"/>
            <ac:spMk id="4" creationId="{82F7E517-7B99-745D-B957-32F7CC0E8A98}"/>
          </ac:spMkLst>
        </pc:spChg>
        <pc:spChg chg="add del mod">
          <ac:chgData name="Gabriele, Cyril" userId="1be75a10-e39f-4032-8195-d4e5b0ea0b62" providerId="ADAL" clId="{B0A1087C-1C87-F64B-8F02-62FA3A69F4E0}" dt="2026-04-12T15:50:04.199" v="413"/>
          <ac:spMkLst>
            <pc:docMk/>
            <pc:sldMk cId="0" sldId="257"/>
            <ac:spMk id="5" creationId="{2F784B29-1FDD-E94C-EA11-B1436FDA66D2}"/>
          </ac:spMkLst>
        </pc:spChg>
        <pc:spChg chg="add del mod">
          <ac:chgData name="Gabriele, Cyril" userId="1be75a10-e39f-4032-8195-d4e5b0ea0b62" providerId="ADAL" clId="{B0A1087C-1C87-F64B-8F02-62FA3A69F4E0}" dt="2026-04-12T15:50:03.976" v="411"/>
          <ac:spMkLst>
            <pc:docMk/>
            <pc:sldMk cId="0" sldId="257"/>
            <ac:spMk id="7" creationId="{94F25265-D12F-4DEE-082D-7954606B1CB8}"/>
          </ac:spMkLst>
        </pc:spChg>
        <pc:spChg chg="add del mod">
          <ac:chgData name="Gabriele, Cyril" userId="1be75a10-e39f-4032-8195-d4e5b0ea0b62" providerId="ADAL" clId="{B0A1087C-1C87-F64B-8F02-62FA3A69F4E0}" dt="2026-04-12T15:50:04.685" v="417"/>
          <ac:spMkLst>
            <pc:docMk/>
            <pc:sldMk cId="0" sldId="257"/>
            <ac:spMk id="8" creationId="{D6ABCC4C-3B69-2D5F-5711-00F46605743F}"/>
          </ac:spMkLst>
        </pc:spChg>
      </pc:sldChg>
      <pc:sldChg chg="modSp mod">
        <pc:chgData name="Gabriele, Cyril" userId="1be75a10-e39f-4032-8195-d4e5b0ea0b62" providerId="ADAL" clId="{B0A1087C-1C87-F64B-8F02-62FA3A69F4E0}" dt="2026-04-12T16:23:17.114" v="817" actId="108"/>
        <pc:sldMkLst>
          <pc:docMk/>
          <pc:sldMk cId="0" sldId="258"/>
        </pc:sldMkLst>
        <pc:spChg chg="mod">
          <ac:chgData name="Gabriele, Cyril" userId="1be75a10-e39f-4032-8195-d4e5b0ea0b62" providerId="ADAL" clId="{B0A1087C-1C87-F64B-8F02-62FA3A69F4E0}" dt="2026-04-12T16:21:23.540" v="788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23:17.114" v="817" actId="108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Gabriele, Cyril" userId="1be75a10-e39f-4032-8195-d4e5b0ea0b62" providerId="ADAL" clId="{B0A1087C-1C87-F64B-8F02-62FA3A69F4E0}" dt="2026-04-12T16:21:08.896" v="781" actId="207"/>
        <pc:sldMkLst>
          <pc:docMk/>
          <pc:sldMk cId="0" sldId="259"/>
        </pc:sldMkLst>
        <pc:spChg chg="mod">
          <ac:chgData name="Gabriele, Cyril" userId="1be75a10-e39f-4032-8195-d4e5b0ea0b62" providerId="ADAL" clId="{B0A1087C-1C87-F64B-8F02-62FA3A69F4E0}" dt="2026-04-12T16:21:08.896" v="781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11:33.200" v="583" actId="20577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Gabriele, Cyril" userId="1be75a10-e39f-4032-8195-d4e5b0ea0b62" providerId="ADAL" clId="{B0A1087C-1C87-F64B-8F02-62FA3A69F4E0}" dt="2026-04-12T15:31:15.894" v="245"/>
          <ac:spMkLst>
            <pc:docMk/>
            <pc:sldMk cId="0" sldId="259"/>
            <ac:spMk id="5" creationId="{32C34B0F-AE5D-94DF-0528-CCAF6CB7E46B}"/>
          </ac:spMkLst>
        </pc:spChg>
        <pc:spChg chg="add mod">
          <ac:chgData name="Gabriele, Cyril" userId="1be75a10-e39f-4032-8195-d4e5b0ea0b62" providerId="ADAL" clId="{B0A1087C-1C87-F64B-8F02-62FA3A69F4E0}" dt="2026-04-12T16:04:18.992" v="508" actId="571"/>
          <ac:spMkLst>
            <pc:docMk/>
            <pc:sldMk cId="0" sldId="259"/>
            <ac:spMk id="7" creationId="{01747B22-E7C6-BB49-1488-E3AFB53DEC4D}"/>
          </ac:spMkLst>
        </pc:spChg>
        <pc:picChg chg="mod">
          <ac:chgData name="Gabriele, Cyril" userId="1be75a10-e39f-4032-8195-d4e5b0ea0b62" providerId="ADAL" clId="{B0A1087C-1C87-F64B-8F02-62FA3A69F4E0}" dt="2026-04-12T16:04:13.861" v="506" actId="1076"/>
          <ac:picMkLst>
            <pc:docMk/>
            <pc:sldMk cId="0" sldId="259"/>
            <ac:picMk id="4" creationId="{00000000-0000-0000-0000-000000000000}"/>
          </ac:picMkLst>
        </pc:picChg>
      </pc:sldChg>
      <pc:sldChg chg="del">
        <pc:chgData name="Gabriele, Cyril" userId="1be75a10-e39f-4032-8195-d4e5b0ea0b62" providerId="ADAL" clId="{B0A1087C-1C87-F64B-8F02-62FA3A69F4E0}" dt="2026-04-12T15:21:30.350" v="0" actId="2696"/>
        <pc:sldMkLst>
          <pc:docMk/>
          <pc:sldMk cId="0" sldId="260"/>
        </pc:sldMkLst>
      </pc:sldChg>
      <pc:sldChg chg="del">
        <pc:chgData name="Gabriele, Cyril" userId="1be75a10-e39f-4032-8195-d4e5b0ea0b62" providerId="ADAL" clId="{B0A1087C-1C87-F64B-8F02-62FA3A69F4E0}" dt="2026-04-12T15:21:30.350" v="0" actId="2696"/>
        <pc:sldMkLst>
          <pc:docMk/>
          <pc:sldMk cId="0" sldId="261"/>
        </pc:sldMkLst>
      </pc:sldChg>
      <pc:sldChg chg="modSp mod">
        <pc:chgData name="Gabriele, Cyril" userId="1be75a10-e39f-4032-8195-d4e5b0ea0b62" providerId="ADAL" clId="{B0A1087C-1C87-F64B-8F02-62FA3A69F4E0}" dt="2026-04-12T16:21:04.344" v="779" actId="113"/>
        <pc:sldMkLst>
          <pc:docMk/>
          <pc:sldMk cId="0" sldId="262"/>
        </pc:sldMkLst>
        <pc:spChg chg="mod">
          <ac:chgData name="Gabriele, Cyril" userId="1be75a10-e39f-4032-8195-d4e5b0ea0b62" providerId="ADAL" clId="{B0A1087C-1C87-F64B-8F02-62FA3A69F4E0}" dt="2026-04-12T16:21:04.344" v="779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20:25.108" v="761" actId="404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abriele, Cyril" userId="1be75a10-e39f-4032-8195-d4e5b0ea0b62" providerId="ADAL" clId="{B0A1087C-1C87-F64B-8F02-62FA3A69F4E0}" dt="2026-04-12T16:20:55.836" v="777" actId="113"/>
        <pc:sldMkLst>
          <pc:docMk/>
          <pc:sldMk cId="0" sldId="263"/>
        </pc:sldMkLst>
        <pc:spChg chg="mod">
          <ac:chgData name="Gabriele, Cyril" userId="1be75a10-e39f-4032-8195-d4e5b0ea0b62" providerId="ADAL" clId="{B0A1087C-1C87-F64B-8F02-62FA3A69F4E0}" dt="2026-04-12T16:20:55.836" v="777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19:41.590" v="747" actId="20577"/>
          <ac:spMkLst>
            <pc:docMk/>
            <pc:sldMk cId="0" sldId="263"/>
            <ac:spMk id="3" creationId="{00000000-0000-0000-0000-000000000000}"/>
          </ac:spMkLst>
        </pc:spChg>
      </pc:sldChg>
      <pc:sldChg chg="delSp modSp mod modNotesTx">
        <pc:chgData name="Gabriele, Cyril" userId="1be75a10-e39f-4032-8195-d4e5b0ea0b62" providerId="ADAL" clId="{B0A1087C-1C87-F64B-8F02-62FA3A69F4E0}" dt="2026-04-12T16:20:47.134" v="772" actId="20577"/>
        <pc:sldMkLst>
          <pc:docMk/>
          <pc:sldMk cId="0" sldId="264"/>
        </pc:sldMkLst>
        <pc:spChg chg="mod">
          <ac:chgData name="Gabriele, Cyril" userId="1be75a10-e39f-4032-8195-d4e5b0ea0b62" providerId="ADAL" clId="{B0A1087C-1C87-F64B-8F02-62FA3A69F4E0}" dt="2026-04-12T16:20:47.134" v="772" actId="20577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Gabriele, Cyril" userId="1be75a10-e39f-4032-8195-d4e5b0ea0b62" providerId="ADAL" clId="{B0A1087C-1C87-F64B-8F02-62FA3A69F4E0}" dt="2026-04-12T16:16:52.921" v="651" actId="478"/>
          <ac:spMkLst>
            <pc:docMk/>
            <pc:sldMk cId="0" sldId="264"/>
            <ac:spMk id="3" creationId="{00000000-0000-0000-0000-000000000000}"/>
          </ac:spMkLst>
        </pc:spChg>
        <pc:picChg chg="mod">
          <ac:chgData name="Gabriele, Cyril" userId="1be75a10-e39f-4032-8195-d4e5b0ea0b62" providerId="ADAL" clId="{B0A1087C-1C87-F64B-8F02-62FA3A69F4E0}" dt="2026-04-12T16:17:02.932" v="654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 modNotesTx">
        <pc:chgData name="Gabriele, Cyril" userId="1be75a10-e39f-4032-8195-d4e5b0ea0b62" providerId="ADAL" clId="{B0A1087C-1C87-F64B-8F02-62FA3A69F4E0}" dt="2026-04-12T16:24:28.375" v="859" actId="207"/>
        <pc:sldMkLst>
          <pc:docMk/>
          <pc:sldMk cId="0" sldId="265"/>
        </pc:sldMkLst>
        <pc:spChg chg="mod">
          <ac:chgData name="Gabriele, Cyril" userId="1be75a10-e39f-4032-8195-d4e5b0ea0b62" providerId="ADAL" clId="{B0A1087C-1C87-F64B-8F02-62FA3A69F4E0}" dt="2026-04-12T16:21:44.201" v="797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24:28.375" v="859" actId="207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 modAnim modNotesTx">
        <pc:chgData name="Gabriele, Cyril" userId="1be75a10-e39f-4032-8195-d4e5b0ea0b62" providerId="ADAL" clId="{B0A1087C-1C87-F64B-8F02-62FA3A69F4E0}" dt="2026-04-12T17:30:57.474" v="1235"/>
        <pc:sldMkLst>
          <pc:docMk/>
          <pc:sldMk cId="0" sldId="266"/>
        </pc:sldMkLst>
        <pc:spChg chg="mod">
          <ac:chgData name="Gabriele, Cyril" userId="1be75a10-e39f-4032-8195-d4e5b0ea0b62" providerId="ADAL" clId="{B0A1087C-1C87-F64B-8F02-62FA3A69F4E0}" dt="2026-04-12T16:26:12.766" v="916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6:30:24.016" v="993" actId="5793"/>
          <ac:spMkLst>
            <pc:docMk/>
            <pc:sldMk cId="0" sldId="266"/>
            <ac:spMk id="3" creationId="{00000000-0000-0000-0000-000000000000}"/>
          </ac:spMkLst>
        </pc:spChg>
        <pc:spChg chg="add del mod">
          <ac:chgData name="Gabriele, Cyril" userId="1be75a10-e39f-4032-8195-d4e5b0ea0b62" providerId="ADAL" clId="{B0A1087C-1C87-F64B-8F02-62FA3A69F4E0}" dt="2026-04-12T16:28:02.531" v="951" actId="478"/>
          <ac:spMkLst>
            <pc:docMk/>
            <pc:sldMk cId="0" sldId="266"/>
            <ac:spMk id="5" creationId="{6059272D-4E14-A6D8-D546-6DF8D5901240}"/>
          </ac:spMkLst>
        </pc:spChg>
        <pc:spChg chg="add mod">
          <ac:chgData name="Gabriele, Cyril" userId="1be75a10-e39f-4032-8195-d4e5b0ea0b62" providerId="ADAL" clId="{B0A1087C-1C87-F64B-8F02-62FA3A69F4E0}" dt="2026-04-12T16:30:16.710" v="988" actId="113"/>
          <ac:spMkLst>
            <pc:docMk/>
            <pc:sldMk cId="0" sldId="266"/>
            <ac:spMk id="6" creationId="{F1B45157-86E2-C7EA-4A8F-2D6A17FBCD74}"/>
          </ac:spMkLst>
        </pc:spChg>
        <pc:spChg chg="add mod">
          <ac:chgData name="Gabriele, Cyril" userId="1be75a10-e39f-4032-8195-d4e5b0ea0b62" providerId="ADAL" clId="{B0A1087C-1C87-F64B-8F02-62FA3A69F4E0}" dt="2026-04-12T16:30:17.743" v="989" actId="113"/>
          <ac:spMkLst>
            <pc:docMk/>
            <pc:sldMk cId="0" sldId="266"/>
            <ac:spMk id="7" creationId="{7E152D5C-2A61-DCBA-A6B7-B73DEC5DFCB6}"/>
          </ac:spMkLst>
        </pc:spChg>
        <pc:spChg chg="add mod">
          <ac:chgData name="Gabriele, Cyril" userId="1be75a10-e39f-4032-8195-d4e5b0ea0b62" providerId="ADAL" clId="{B0A1087C-1C87-F64B-8F02-62FA3A69F4E0}" dt="2026-04-12T17:30:50.164" v="1234" actId="1076"/>
          <ac:spMkLst>
            <pc:docMk/>
            <pc:sldMk cId="0" sldId="266"/>
            <ac:spMk id="11" creationId="{718393B8-F7CE-7EAF-6DAC-912914279752}"/>
          </ac:spMkLst>
        </pc:spChg>
        <pc:cxnChg chg="add mod">
          <ac:chgData name="Gabriele, Cyril" userId="1be75a10-e39f-4032-8195-d4e5b0ea0b62" providerId="ADAL" clId="{B0A1087C-1C87-F64B-8F02-62FA3A69F4E0}" dt="2026-04-12T16:31:54.672" v="1053" actId="1076"/>
          <ac:cxnSpMkLst>
            <pc:docMk/>
            <pc:sldMk cId="0" sldId="266"/>
            <ac:cxnSpMk id="9" creationId="{5F819B6F-172D-5ED2-B0FC-A7606433C241}"/>
          </ac:cxnSpMkLst>
        </pc:cxnChg>
      </pc:sldChg>
      <pc:sldChg chg="delSp modSp mod modNotesTx">
        <pc:chgData name="Gabriele, Cyril" userId="1be75a10-e39f-4032-8195-d4e5b0ea0b62" providerId="ADAL" clId="{B0A1087C-1C87-F64B-8F02-62FA3A69F4E0}" dt="2026-04-12T16:32:28.631" v="1063" actId="1076"/>
        <pc:sldMkLst>
          <pc:docMk/>
          <pc:sldMk cId="0" sldId="267"/>
        </pc:sldMkLst>
        <pc:spChg chg="mod">
          <ac:chgData name="Gabriele, Cyril" userId="1be75a10-e39f-4032-8195-d4e5b0ea0b62" providerId="ADAL" clId="{B0A1087C-1C87-F64B-8F02-62FA3A69F4E0}" dt="2026-04-12T16:17:33.393" v="664" actId="113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Gabriele, Cyril" userId="1be75a10-e39f-4032-8195-d4e5b0ea0b62" providerId="ADAL" clId="{B0A1087C-1C87-F64B-8F02-62FA3A69F4E0}" dt="2026-04-12T16:32:11.571" v="1058" actId="478"/>
          <ac:spMkLst>
            <pc:docMk/>
            <pc:sldMk cId="0" sldId="267"/>
            <ac:spMk id="3" creationId="{00000000-0000-0000-0000-000000000000}"/>
          </ac:spMkLst>
        </pc:spChg>
        <pc:picChg chg="mod">
          <ac:chgData name="Gabriele, Cyril" userId="1be75a10-e39f-4032-8195-d4e5b0ea0b62" providerId="ADAL" clId="{B0A1087C-1C87-F64B-8F02-62FA3A69F4E0}" dt="2026-04-12T16:32:28.631" v="1063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 del mod modNotesTx">
        <pc:chgData name="Gabriele, Cyril" userId="1be75a10-e39f-4032-8195-d4e5b0ea0b62" providerId="ADAL" clId="{B0A1087C-1C87-F64B-8F02-62FA3A69F4E0}" dt="2026-04-12T15:29:10.937" v="148" actId="2696"/>
        <pc:sldMkLst>
          <pc:docMk/>
          <pc:sldMk cId="0" sldId="268"/>
        </pc:sldMkLst>
        <pc:spChg chg="mod">
          <ac:chgData name="Gabriele, Cyril" userId="1be75a10-e39f-4032-8195-d4e5b0ea0b62" providerId="ADAL" clId="{B0A1087C-1C87-F64B-8F02-62FA3A69F4E0}" dt="2026-04-12T15:29:08.082" v="147" actId="21"/>
          <ac:spMkLst>
            <pc:docMk/>
            <pc:sldMk cId="0" sldId="268"/>
            <ac:spMk id="3" creationId="{00000000-0000-0000-0000-000000000000}"/>
          </ac:spMkLst>
        </pc:spChg>
      </pc:sldChg>
      <pc:sldChg chg="modSp mod modNotesTx">
        <pc:chgData name="Gabriele, Cyril" userId="1be75a10-e39f-4032-8195-d4e5b0ea0b62" providerId="ADAL" clId="{B0A1087C-1C87-F64B-8F02-62FA3A69F4E0}" dt="2026-04-12T17:36:51.656" v="1301" actId="207"/>
        <pc:sldMkLst>
          <pc:docMk/>
          <pc:sldMk cId="0" sldId="269"/>
        </pc:sldMkLst>
        <pc:spChg chg="mod">
          <ac:chgData name="Gabriele, Cyril" userId="1be75a10-e39f-4032-8195-d4e5b0ea0b62" providerId="ADAL" clId="{B0A1087C-1C87-F64B-8F02-62FA3A69F4E0}" dt="2026-04-12T17:36:28.508" v="1296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7:36:51.656" v="1301" actId="20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Gabriele, Cyril" userId="1be75a10-e39f-4032-8195-d4e5b0ea0b62" providerId="ADAL" clId="{B0A1087C-1C87-F64B-8F02-62FA3A69F4E0}" dt="2026-04-12T17:37:10.045" v="1305" actId="207"/>
        <pc:sldMkLst>
          <pc:docMk/>
          <pc:sldMk cId="0" sldId="270"/>
        </pc:sldMkLst>
        <pc:spChg chg="mod">
          <ac:chgData name="Gabriele, Cyril" userId="1be75a10-e39f-4032-8195-d4e5b0ea0b62" providerId="ADAL" clId="{B0A1087C-1C87-F64B-8F02-62FA3A69F4E0}" dt="2026-04-12T17:01:38.590" v="1102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Gabriele, Cyril" userId="1be75a10-e39f-4032-8195-d4e5b0ea0b62" providerId="ADAL" clId="{B0A1087C-1C87-F64B-8F02-62FA3A69F4E0}" dt="2026-04-12T17:37:10.045" v="1305" actId="207"/>
          <ac:spMkLst>
            <pc:docMk/>
            <pc:sldMk cId="0" sldId="270"/>
            <ac:spMk id="3" creationId="{00000000-0000-0000-0000-000000000000}"/>
          </ac:spMkLst>
        </pc:spChg>
      </pc:sldChg>
      <pc:sldChg chg="add del mod modShow">
        <pc:chgData name="Gabriele, Cyril" userId="1be75a10-e39f-4032-8195-d4e5b0ea0b62" providerId="ADAL" clId="{B0A1087C-1C87-F64B-8F02-62FA3A69F4E0}" dt="2026-04-12T17:27:02.962" v="1158" actId="729"/>
        <pc:sldMkLst>
          <pc:docMk/>
          <pc:sldMk cId="0" sldId="271"/>
        </pc:sldMkLst>
      </pc:sldChg>
      <pc:sldChg chg="mod modShow">
        <pc:chgData name="Gabriele, Cyril" userId="1be75a10-e39f-4032-8195-d4e5b0ea0b62" providerId="ADAL" clId="{B0A1087C-1C87-F64B-8F02-62FA3A69F4E0}" dt="2026-04-12T17:01:01.135" v="1065" actId="729"/>
        <pc:sldMkLst>
          <pc:docMk/>
          <pc:sldMk cId="0" sldId="272"/>
        </pc:sldMkLst>
      </pc:sldChg>
      <pc:sldChg chg="mod modShow">
        <pc:chgData name="Gabriele, Cyril" userId="1be75a10-e39f-4032-8195-d4e5b0ea0b62" providerId="ADAL" clId="{B0A1087C-1C87-F64B-8F02-62FA3A69F4E0}" dt="2026-04-12T17:00:58.150" v="1064" actId="729"/>
        <pc:sldMkLst>
          <pc:docMk/>
          <pc:sldMk cId="0" sldId="273"/>
        </pc:sldMkLst>
      </pc:sldChg>
      <pc:sldChg chg="modSp mod modNotesTx">
        <pc:chgData name="Gabriele, Cyril" userId="1be75a10-e39f-4032-8195-d4e5b0ea0b62" providerId="ADAL" clId="{B0A1087C-1C87-F64B-8F02-62FA3A69F4E0}" dt="2026-04-12T16:21:14.753" v="783" actId="207"/>
        <pc:sldMkLst>
          <pc:docMk/>
          <pc:sldMk cId="3410646215" sldId="274"/>
        </pc:sldMkLst>
        <pc:spChg chg="mod">
          <ac:chgData name="Gabriele, Cyril" userId="1be75a10-e39f-4032-8195-d4e5b0ea0b62" providerId="ADAL" clId="{B0A1087C-1C87-F64B-8F02-62FA3A69F4E0}" dt="2026-04-12T16:21:14.753" v="783" actId="207"/>
          <ac:spMkLst>
            <pc:docMk/>
            <pc:sldMk cId="3410646215" sldId="274"/>
            <ac:spMk id="2" creationId="{00000000-0000-0000-0000-000000000000}"/>
          </ac:spMkLst>
        </pc:spChg>
      </pc:sldChg>
      <pc:sldChg chg="delSp modSp new mod">
        <pc:chgData name="Gabriele, Cyril" userId="1be75a10-e39f-4032-8195-d4e5b0ea0b62" providerId="ADAL" clId="{B0A1087C-1C87-F64B-8F02-62FA3A69F4E0}" dt="2026-04-12T17:01:24.971" v="1090" actId="113"/>
        <pc:sldMkLst>
          <pc:docMk/>
          <pc:sldMk cId="2996261185" sldId="275"/>
        </pc:sldMkLst>
        <pc:spChg chg="mod">
          <ac:chgData name="Gabriele, Cyril" userId="1be75a10-e39f-4032-8195-d4e5b0ea0b62" providerId="ADAL" clId="{B0A1087C-1C87-F64B-8F02-62FA3A69F4E0}" dt="2026-04-12T17:01:24.971" v="1090" actId="113"/>
          <ac:spMkLst>
            <pc:docMk/>
            <pc:sldMk cId="2996261185" sldId="275"/>
            <ac:spMk id="2" creationId="{DE1E6F96-6669-1625-A966-127287BEE127}"/>
          </ac:spMkLst>
        </pc:spChg>
        <pc:spChg chg="del">
          <ac:chgData name="Gabriele, Cyril" userId="1be75a10-e39f-4032-8195-d4e5b0ea0b62" providerId="ADAL" clId="{B0A1087C-1C87-F64B-8F02-62FA3A69F4E0}" dt="2026-04-12T17:01:10.488" v="1067" actId="478"/>
          <ac:spMkLst>
            <pc:docMk/>
            <pc:sldMk cId="2996261185" sldId="275"/>
            <ac:spMk id="3" creationId="{7F22B2E9-A9E3-8FDB-134A-8EE4FC4D81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5CE27-0FC1-4345-A9D1-813E9F3C9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AFF02-ADA2-494F-92F2-18E0CD47E8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4C96F-5C6D-48ED-8D42-B768302B23AD}" type="datetimeFigureOut">
              <a:rPr lang="de-CH" smtClean="0"/>
              <a:t>12.04.2026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7311C-885A-4219-9687-E8E9C81D34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55352-F100-4DC1-827B-1EFA0F247A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6BEFE-BF9F-47C0-9B2B-37E6860B00C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5436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D3A44-FA09-4C0A-99A6-1BA009890161}" type="datetimeFigureOut">
              <a:rPr lang="de-CH" smtClean="0"/>
              <a:t>12.04.2026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E3F1-1C0D-4780-BCDC-4F7033F6C9E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721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confidently. We built </a:t>
            </a:r>
            <a:r>
              <a:rPr err="1"/>
              <a:t>CryptoFlow</a:t>
            </a:r>
            <a:r>
              <a:t> to exercise the full set of EDPO lecture concepts end to end: two communication channels, five microservices, two saga patterns. This slide is just the name card </a:t>
            </a:r>
            <a:r>
              <a:rPr lang="en-US"/>
              <a:t>-</a:t>
            </a:r>
            <a:r>
              <a:t> keep it to ten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brief. The point is that we chose a domain rich enough to require multiple bounded contexts, long-running processes, and eventual consistency </a:t>
            </a:r>
            <a:r>
              <a:rPr lang="en-US"/>
              <a:t>-</a:t>
            </a:r>
            <a:r>
              <a:t> all things we wanted to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the bounded contexts drove the service decomposition. Each context is owned by exactly one service. Cross-context communication is always asynchronous.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Ioannis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5742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30-second mental model. Two channels, five services, no shared databases. Everything else in the presentation builds on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not a generic 'Camunda 8 is better' argument. These are project-specific reasons. The partitioned log matters because </a:t>
            </a:r>
            <a:r>
              <a:rPr err="1"/>
              <a:t>placeOrder</a:t>
            </a:r>
            <a:r>
              <a:t> has a non-deterministic wait </a:t>
            </a:r>
            <a:r>
              <a:rPr lang="en-US"/>
              <a:t>-</a:t>
            </a:r>
            <a:r>
              <a:t> many orders can be open simultaneously. The connector templates matter because our flows include email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was one of the most instructive decisions. The wait semantics dictated the coupling model, which dictated the saga style. A deterministic wait with cross-context scope → Parallel. A non-deterministic wait within one context → Fairy 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BPMN diagram as you walk through. Emphasize: three services participate but only one (onboarding-service) owns the BPMN. The workers are stateless </a:t>
            </a:r>
            <a:r>
              <a:rPr lang="en-US"/>
              <a:t>-</a:t>
            </a:r>
            <a:r>
              <a:t> they execute local transactions and report back</a:t>
            </a:r>
            <a:r>
              <a:rPr lang="de-CH"/>
              <a:t>: </a:t>
            </a:r>
            <a:br>
              <a:rPr lang="de-CH"/>
            </a:br>
            <a:br>
              <a:rPr lang="de-CH"/>
            </a:br>
            <a:r>
              <a:rPr lang="en-US" sz="1200" err="1"/>
              <a:t>prepareUserWorker</a:t>
            </a:r>
            <a:r>
              <a:rPr lang="en-US" sz="1200"/>
              <a:t>: generates </a:t>
            </a:r>
            <a:r>
              <a:rPr lang="en-US" sz="1200" err="1"/>
              <a:t>userId</a:t>
            </a:r>
            <a:r>
              <a:rPr lang="en-US" sz="1200"/>
              <a:t>, PENDING link</a:t>
            </a:r>
          </a:p>
          <a:p>
            <a:r>
              <a:rPr lang="en-US" sz="1200"/>
              <a:t>Camunda email connector sends confirmation</a:t>
            </a:r>
          </a:p>
          <a:p>
            <a:r>
              <a:rPr lang="en-US" sz="1200"/>
              <a:t>Event-based gateway: click vs. 1-min timeout</a:t>
            </a:r>
          </a:p>
          <a:p>
            <a:r>
              <a:rPr lang="en-US" sz="1200"/>
              <a:t>Parallel fan-out: </a:t>
            </a:r>
            <a:r>
              <a:rPr lang="en-US" sz="1200" err="1"/>
              <a:t>userCreationWorker</a:t>
            </a:r>
            <a:r>
              <a:rPr lang="en-US" sz="1200"/>
              <a:t> + </a:t>
            </a:r>
            <a:r>
              <a:rPr lang="en-US" sz="1200" err="1"/>
              <a:t>portfolioCreationWorker</a:t>
            </a:r>
            <a:endParaRPr lang="en-US" sz="1200"/>
          </a:p>
          <a:p>
            <a:r>
              <a:rPr lang="en-US" sz="1200"/>
              <a:t>Both must succeed → process completes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theory meets implementation. The flag-driven pattern is subtle but essential </a:t>
            </a:r>
            <a:r>
              <a:rPr lang="en-US"/>
              <a:t>-</a:t>
            </a:r>
            <a:r>
              <a:t> without it, the BPMN gateway branches become unreachable. The compensation events use ECST so no synchronous callback is needed.</a:t>
            </a:r>
            <a:endParaRPr lang="de-CH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- </a:t>
            </a:r>
            <a:r>
              <a:rPr lang="en-US" sz="1200"/>
              <a:t>Flag-driven completion details in: ADR-0012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was an ADR-driven </a:t>
            </a:r>
            <a:r>
              <a:rPr lang="de-CH"/>
              <a:t>(ADR10) </a:t>
            </a:r>
            <a:r>
              <a:t>decision mid-project. The original design violated bounded context boundaries. The dedicated service is the most important structural consequence of applying the saga pattern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/>
              <a:t>Ioannis:</a:t>
            </a:r>
          </a:p>
          <a:p>
            <a:r>
              <a:t>Key distinction from onboarding: the approval is terminal in the trading context. Portfolio propagation is a downstream consequence, not a saga step. This is exactly the Fairy Tale Saga trade-off: synchronous within the context, eventual across contexts.</a:t>
            </a:r>
            <a:br>
              <a:rPr lang="de-CH"/>
            </a:br>
            <a:br>
              <a:rPr lang="de-CH"/>
            </a:br>
            <a:r>
              <a:rPr lang="en-US" sz="1200"/>
              <a:t>order-processing-worker validates user locally, creates PENDING </a:t>
            </a:r>
            <a:r>
              <a:rPr lang="en-US" sz="1200" err="1"/>
              <a:t>tx</a:t>
            </a:r>
            <a:endParaRPr lang="en-US" sz="1200"/>
          </a:p>
          <a:p>
            <a:r>
              <a:rPr lang="en-US" sz="1200"/>
              <a:t>Event-based gateway: price match vs. 1-min timeout</a:t>
            </a:r>
          </a:p>
          <a:p>
            <a:r>
              <a:rPr lang="en-US" sz="1200" err="1"/>
              <a:t>approveOrderWorker</a:t>
            </a:r>
            <a:r>
              <a:rPr lang="en-US" sz="1200"/>
              <a:t> writes APPROVED + outbox row in one transaction</a:t>
            </a:r>
          </a:p>
          <a:p>
            <a:r>
              <a:rPr lang="en-US" sz="1200" err="1"/>
              <a:t>publishOrderApprovedWorker</a:t>
            </a:r>
            <a:r>
              <a:rPr lang="en-US" sz="1200"/>
              <a:t> publishes to Kafka → email</a:t>
            </a:r>
          </a:p>
          <a:p>
            <a:r>
              <a:rPr lang="en-US" sz="1200"/>
              <a:t>Portfolio update happens independently via Kafka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focused use of CQRS: the write model stays in user-service, the trading context keeps only the projection it needs. Log compaction ensures the read-model survives cold starts.</a:t>
            </a:r>
            <a:endParaRPr lang="de-CH"/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details: </a:t>
            </a:r>
            <a:br>
              <a:rPr lang="en-US"/>
            </a:br>
            <a:r>
              <a:rPr lang="en-US"/>
              <a:t>- </a:t>
            </a:r>
            <a:r>
              <a:rPr lang="en-US" sz="1200"/>
              <a:t>Idempotent Consumer (ADR-0016)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- Transactional Outbox (ADR-0014)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/>
              <a:t>Human Escalation (ADR-0018)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the challenges. The key message: the patterns work, but applying them requires many more decisions than the theory suggests. ADRs were essential for keeping those decisions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demo tight </a:t>
            </a:r>
            <a:r>
              <a:rPr lang="en-US"/>
              <a:t>-</a:t>
            </a:r>
            <a:r>
              <a:t> 2-3 minutes max. Have the Docker Compose stack running before the presentation starts. If something breaks live, switch to Operate to show the instance state </a:t>
            </a:r>
            <a:r>
              <a:rPr lang="en-US"/>
              <a:t>-</a:t>
            </a:r>
            <a:r>
              <a:t> that's still a valid demo of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wrap-up. Reiterate the most distinctive architectural choices. Then open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floor. If the audience is quiet, prime the pump with the first backup topic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9F7E1813-5682-4AAE-8DC8-5A613DE12B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" r="7910" b="19850"/>
          <a:stretch/>
        </p:blipFill>
        <p:spPr>
          <a:xfrm>
            <a:off x="0" y="0"/>
            <a:ext cx="9136420" cy="51435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D7A234-EBF8-4A9A-ACFF-4329BD747ADC}"/>
              </a:ext>
            </a:extLst>
          </p:cNvPr>
          <p:cNvSpPr>
            <a:spLocks noChangeAspect="1"/>
          </p:cNvSpPr>
          <p:nvPr userDrawn="1"/>
        </p:nvSpPr>
        <p:spPr>
          <a:xfrm>
            <a:off x="4575791" y="3166310"/>
            <a:ext cx="456821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6789318" y="4613375"/>
            <a:ext cx="19959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>
                <a:solidFill>
                  <a:schemeClr val="bg2"/>
                </a:solidFill>
              </a:rPr>
              <a:t>From </a:t>
            </a:r>
            <a:r>
              <a:rPr lang="en-GB" sz="1000" err="1">
                <a:solidFill>
                  <a:schemeClr val="bg2"/>
                </a:solidFill>
              </a:rPr>
              <a:t>insight</a:t>
            </a:r>
            <a:r>
              <a:rPr lang="en-GB" sz="1000">
                <a:solidFill>
                  <a:schemeClr val="bg2"/>
                </a:solidFill>
              </a:rPr>
              <a:t> </a:t>
            </a:r>
            <a:r>
              <a:rPr lang="en-GB" sz="1000" err="1">
                <a:solidFill>
                  <a:schemeClr val="bg2"/>
                </a:solidFill>
              </a:rPr>
              <a:t>to</a:t>
            </a:r>
            <a:r>
              <a:rPr lang="en-GB" sz="1000">
                <a:solidFill>
                  <a:schemeClr val="bg2"/>
                </a:solidFill>
              </a:rPr>
              <a:t> </a:t>
            </a:r>
            <a:r>
              <a:rPr lang="en-GB" sz="1000" err="1">
                <a:solidFill>
                  <a:schemeClr val="bg2"/>
                </a:solidFill>
              </a:rPr>
              <a:t>impact</a:t>
            </a:r>
            <a:r>
              <a:rPr lang="en-GB" sz="100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2133101296" name="Rectangle 2" descr="{&quot;templafy&quot;:{&quot;id&quot;:&quot;18680601-61d8-4c65-b887-d43faff0f7e7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73" y="313025"/>
            <a:ext cx="2221200" cy="460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891F29F-BED8-4555-9938-829D3AC3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958210" cy="1792800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54089-CB0E-4321-8557-8E0B4ACD8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576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828000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000">
                <a:solidFill>
                  <a:schemeClr val="tx1"/>
                </a:solidFill>
              </a:rPr>
              <a:t>From </a:t>
            </a:r>
            <a:r>
              <a:rPr lang="en-GB" sz="1000" err="1">
                <a:solidFill>
                  <a:schemeClr val="tx1"/>
                </a:solidFill>
              </a:rPr>
              <a:t>insight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to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impact</a:t>
            </a:r>
            <a:r>
              <a:rPr lang="en-GB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5200" y="0"/>
            <a:ext cx="31788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668621019" name="Rectangle 8" descr="{&quot;templafy&quot;:{&quot;id&quot;:&quot;595e50e6-f562-4e70-8412-9b3e58d54d4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80E529E2-449E-41BE-B0F7-70294EC1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764489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CEDF5E3-A68C-469F-902C-69F694A0D4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034391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0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B100237-7431-49D0-8F7C-9E1F2717B96C}"/>
              </a:ext>
            </a:extLst>
          </p:cNvPr>
          <p:cNvSpPr/>
          <p:nvPr userDrawn="1"/>
        </p:nvSpPr>
        <p:spPr>
          <a:xfrm>
            <a:off x="5761585" y="1624745"/>
            <a:ext cx="2419577" cy="2689737"/>
          </a:xfrm>
          <a:custGeom>
            <a:avLst/>
            <a:gdLst>
              <a:gd name="connsiteX0" fmla="*/ 0 w 1861343"/>
              <a:gd name="connsiteY0" fmla="*/ 0 h 2329962"/>
              <a:gd name="connsiteX1" fmla="*/ 1861343 w 1861343"/>
              <a:gd name="connsiteY1" fmla="*/ 0 h 2329962"/>
              <a:gd name="connsiteX2" fmla="*/ 1861343 w 1861343"/>
              <a:gd name="connsiteY2" fmla="*/ 2329962 h 2329962"/>
              <a:gd name="connsiteX3" fmla="*/ 0 w 1861343"/>
              <a:gd name="connsiteY3" fmla="*/ 2329962 h 2329962"/>
              <a:gd name="connsiteX4" fmla="*/ 0 w 1861343"/>
              <a:gd name="connsiteY4" fmla="*/ 0 h 2329962"/>
              <a:gd name="connsiteX0" fmla="*/ 0 w 3408789"/>
              <a:gd name="connsiteY0" fmla="*/ 852854 h 2329962"/>
              <a:gd name="connsiteX1" fmla="*/ 3408789 w 3408789"/>
              <a:gd name="connsiteY1" fmla="*/ 0 h 2329962"/>
              <a:gd name="connsiteX2" fmla="*/ 3408789 w 3408789"/>
              <a:gd name="connsiteY2" fmla="*/ 2329962 h 2329962"/>
              <a:gd name="connsiteX3" fmla="*/ 1547446 w 3408789"/>
              <a:gd name="connsiteY3" fmla="*/ 2329962 h 2329962"/>
              <a:gd name="connsiteX4" fmla="*/ 0 w 3408789"/>
              <a:gd name="connsiteY4" fmla="*/ 852854 h 2329962"/>
              <a:gd name="connsiteX0" fmla="*/ 0 w 3408789"/>
              <a:gd name="connsiteY0" fmla="*/ 852854 h 3516924"/>
              <a:gd name="connsiteX1" fmla="*/ 3408789 w 3408789"/>
              <a:gd name="connsiteY1" fmla="*/ 0 h 3516924"/>
              <a:gd name="connsiteX2" fmla="*/ 3408789 w 3408789"/>
              <a:gd name="connsiteY2" fmla="*/ 2329962 h 3516924"/>
              <a:gd name="connsiteX3" fmla="*/ 483577 w 3408789"/>
              <a:gd name="connsiteY3" fmla="*/ 3516924 h 3516924"/>
              <a:gd name="connsiteX4" fmla="*/ 0 w 3408789"/>
              <a:gd name="connsiteY4" fmla="*/ 852854 h 3516924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483577 w 3417582"/>
              <a:gd name="connsiteY3" fmla="*/ 3516924 h 3789485"/>
              <a:gd name="connsiteX4" fmla="*/ 0 w 3417582"/>
              <a:gd name="connsiteY4" fmla="*/ 852854 h 3789485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501162 w 3417582"/>
              <a:gd name="connsiteY3" fmla="*/ 3570549 h 3789485"/>
              <a:gd name="connsiteX4" fmla="*/ 0 w 3417582"/>
              <a:gd name="connsiteY4" fmla="*/ 852854 h 3789485"/>
              <a:gd name="connsiteX0" fmla="*/ 0 w 3408789"/>
              <a:gd name="connsiteY0" fmla="*/ 852854 h 3852049"/>
              <a:gd name="connsiteX1" fmla="*/ 3408789 w 3408789"/>
              <a:gd name="connsiteY1" fmla="*/ 0 h 3852049"/>
              <a:gd name="connsiteX2" fmla="*/ 3399997 w 3408789"/>
              <a:gd name="connsiteY2" fmla="*/ 3852049 h 3852049"/>
              <a:gd name="connsiteX3" fmla="*/ 501162 w 3408789"/>
              <a:gd name="connsiteY3" fmla="*/ 3570549 h 3852049"/>
              <a:gd name="connsiteX4" fmla="*/ 0 w 3408789"/>
              <a:gd name="connsiteY4" fmla="*/ 852854 h 385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8789" h="3852049">
                <a:moveTo>
                  <a:pt x="0" y="852854"/>
                </a:moveTo>
                <a:lnTo>
                  <a:pt x="3408789" y="0"/>
                </a:lnTo>
                <a:cubicBezTo>
                  <a:pt x="3405858" y="1284016"/>
                  <a:pt x="3402928" y="2568033"/>
                  <a:pt x="3399997" y="3852049"/>
                </a:cubicBezTo>
                <a:lnTo>
                  <a:pt x="501162" y="3570549"/>
                </a:lnTo>
                <a:lnTo>
                  <a:pt x="0" y="852854"/>
                </a:lnTo>
                <a:close/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714C5-06E3-4370-A728-9DC7B080DE43}"/>
              </a:ext>
            </a:extLst>
          </p:cNvPr>
          <p:cNvSpPr txBox="1"/>
          <p:nvPr userDrawn="1"/>
        </p:nvSpPr>
        <p:spPr>
          <a:xfrm>
            <a:off x="6787662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>
                <a:solidFill>
                  <a:schemeClr val="tx1"/>
                </a:solidFill>
              </a:rPr>
              <a:t>From </a:t>
            </a:r>
            <a:r>
              <a:rPr lang="en-GB" sz="1000" err="1">
                <a:solidFill>
                  <a:schemeClr val="tx1"/>
                </a:solidFill>
              </a:rPr>
              <a:t>insight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to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impact</a:t>
            </a:r>
            <a:r>
              <a:rPr lang="en-GB" sz="100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668710913" name="Rectangle 7" descr="{&quot;templafy&quot;:{&quot;id&quot;:&quot;4e7e3c8a-6e06-4468-a348-0ba7b10c480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77013848-41F0-44AD-9301-BEF9A1A4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503600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245421C-670F-4227-B79D-994FE547F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650486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34A812-F883-AF52-F92E-916B48E7D3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52800" y="447950"/>
            <a:ext cx="3404886" cy="3798786"/>
          </a:xfrm>
          <a:custGeom>
            <a:avLst/>
            <a:gdLst>
              <a:gd name="connsiteX0" fmla="*/ 0 w 3392932"/>
              <a:gd name="connsiteY0" fmla="*/ 0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0 w 3392932"/>
              <a:gd name="connsiteY4" fmla="*/ 0 h 3804762"/>
              <a:gd name="connsiteX0" fmla="*/ 741082 w 3392932"/>
              <a:gd name="connsiteY0" fmla="*/ 753035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741082 w 3392932"/>
              <a:gd name="connsiteY4" fmla="*/ 753035 h 3804762"/>
              <a:gd name="connsiteX0" fmla="*/ 0 w 2651850"/>
              <a:gd name="connsiteY0" fmla="*/ 753035 h 3804762"/>
              <a:gd name="connsiteX1" fmla="*/ 2651850 w 2651850"/>
              <a:gd name="connsiteY1" fmla="*/ 0 h 3804762"/>
              <a:gd name="connsiteX2" fmla="*/ 2651850 w 2651850"/>
              <a:gd name="connsiteY2" fmla="*/ 3804762 h 3804762"/>
              <a:gd name="connsiteX3" fmla="*/ 29883 w 2651850"/>
              <a:gd name="connsiteY3" fmla="*/ 3380433 h 3804762"/>
              <a:gd name="connsiteX4" fmla="*/ 0 w 2651850"/>
              <a:gd name="connsiteY4" fmla="*/ 753035 h 3804762"/>
              <a:gd name="connsiteX0" fmla="*/ 239058 w 2890908"/>
              <a:gd name="connsiteY0" fmla="*/ 753035 h 3804762"/>
              <a:gd name="connsiteX1" fmla="*/ 2890908 w 2890908"/>
              <a:gd name="connsiteY1" fmla="*/ 0 h 3804762"/>
              <a:gd name="connsiteX2" fmla="*/ 2890908 w 2890908"/>
              <a:gd name="connsiteY2" fmla="*/ 3804762 h 3804762"/>
              <a:gd name="connsiteX3" fmla="*/ 0 w 2890908"/>
              <a:gd name="connsiteY3" fmla="*/ 3517892 h 3804762"/>
              <a:gd name="connsiteX4" fmla="*/ 239058 w 2890908"/>
              <a:gd name="connsiteY4" fmla="*/ 753035 h 3804762"/>
              <a:gd name="connsiteX0" fmla="*/ 0 w 3410862"/>
              <a:gd name="connsiteY0" fmla="*/ 842682 h 3804762"/>
              <a:gd name="connsiteX1" fmla="*/ 3410862 w 3410862"/>
              <a:gd name="connsiteY1" fmla="*/ 0 h 3804762"/>
              <a:gd name="connsiteX2" fmla="*/ 3410862 w 3410862"/>
              <a:gd name="connsiteY2" fmla="*/ 3804762 h 3804762"/>
              <a:gd name="connsiteX3" fmla="*/ 519954 w 3410862"/>
              <a:gd name="connsiteY3" fmla="*/ 3517892 h 3804762"/>
              <a:gd name="connsiteX4" fmla="*/ 0 w 3410862"/>
              <a:gd name="connsiteY4" fmla="*/ 842682 h 3804762"/>
              <a:gd name="connsiteX0" fmla="*/ 0 w 3410862"/>
              <a:gd name="connsiteY0" fmla="*/ 842682 h 3517892"/>
              <a:gd name="connsiteX1" fmla="*/ 3410862 w 3410862"/>
              <a:gd name="connsiteY1" fmla="*/ 0 h 3517892"/>
              <a:gd name="connsiteX2" fmla="*/ 3034344 w 3410862"/>
              <a:gd name="connsiteY2" fmla="*/ 3398362 h 3517892"/>
              <a:gd name="connsiteX3" fmla="*/ 519954 w 3410862"/>
              <a:gd name="connsiteY3" fmla="*/ 3517892 h 3517892"/>
              <a:gd name="connsiteX4" fmla="*/ 0 w 3410862"/>
              <a:gd name="connsiteY4" fmla="*/ 842682 h 3517892"/>
              <a:gd name="connsiteX0" fmla="*/ 0 w 3410862"/>
              <a:gd name="connsiteY0" fmla="*/ 842682 h 3774879"/>
              <a:gd name="connsiteX1" fmla="*/ 3410862 w 3410862"/>
              <a:gd name="connsiteY1" fmla="*/ 0 h 3774879"/>
              <a:gd name="connsiteX2" fmla="*/ 3410862 w 3410862"/>
              <a:gd name="connsiteY2" fmla="*/ 3774879 h 3774879"/>
              <a:gd name="connsiteX3" fmla="*/ 519954 w 3410862"/>
              <a:gd name="connsiteY3" fmla="*/ 3517892 h 3774879"/>
              <a:gd name="connsiteX4" fmla="*/ 0 w 3410862"/>
              <a:gd name="connsiteY4" fmla="*/ 842682 h 3774879"/>
              <a:gd name="connsiteX0" fmla="*/ 0 w 3410862"/>
              <a:gd name="connsiteY0" fmla="*/ 842682 h 3810738"/>
              <a:gd name="connsiteX1" fmla="*/ 3410862 w 3410862"/>
              <a:gd name="connsiteY1" fmla="*/ 0 h 3810738"/>
              <a:gd name="connsiteX2" fmla="*/ 3404886 w 3410862"/>
              <a:gd name="connsiteY2" fmla="*/ 3810738 h 3810738"/>
              <a:gd name="connsiteX3" fmla="*/ 519954 w 3410862"/>
              <a:gd name="connsiteY3" fmla="*/ 3517892 h 3810738"/>
              <a:gd name="connsiteX4" fmla="*/ 0 w 3410862"/>
              <a:gd name="connsiteY4" fmla="*/ 842682 h 3810738"/>
              <a:gd name="connsiteX0" fmla="*/ 0 w 3404886"/>
              <a:gd name="connsiteY0" fmla="*/ 280894 h 3248950"/>
              <a:gd name="connsiteX1" fmla="*/ 3135945 w 3404886"/>
              <a:gd name="connsiteY1" fmla="*/ 0 h 3248950"/>
              <a:gd name="connsiteX2" fmla="*/ 3404886 w 3404886"/>
              <a:gd name="connsiteY2" fmla="*/ 3248950 h 3248950"/>
              <a:gd name="connsiteX3" fmla="*/ 519954 w 3404886"/>
              <a:gd name="connsiteY3" fmla="*/ 2956104 h 3248950"/>
              <a:gd name="connsiteX4" fmla="*/ 0 w 3404886"/>
              <a:gd name="connsiteY4" fmla="*/ 280894 h 3248950"/>
              <a:gd name="connsiteX0" fmla="*/ 0 w 3404886"/>
              <a:gd name="connsiteY0" fmla="*/ 830730 h 3798786"/>
              <a:gd name="connsiteX1" fmla="*/ 3404886 w 3404886"/>
              <a:gd name="connsiteY1" fmla="*/ 0 h 3798786"/>
              <a:gd name="connsiteX2" fmla="*/ 3404886 w 3404886"/>
              <a:gd name="connsiteY2" fmla="*/ 3798786 h 3798786"/>
              <a:gd name="connsiteX3" fmla="*/ 519954 w 3404886"/>
              <a:gd name="connsiteY3" fmla="*/ 3505940 h 3798786"/>
              <a:gd name="connsiteX4" fmla="*/ 0 w 3404886"/>
              <a:gd name="connsiteY4" fmla="*/ 830730 h 379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4886" h="3798786">
                <a:moveTo>
                  <a:pt x="0" y="830730"/>
                </a:moveTo>
                <a:lnTo>
                  <a:pt x="3404886" y="0"/>
                </a:lnTo>
                <a:lnTo>
                  <a:pt x="3404886" y="3798786"/>
                </a:lnTo>
                <a:lnTo>
                  <a:pt x="519954" y="3505940"/>
                </a:lnTo>
                <a:lnTo>
                  <a:pt x="0" y="8307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5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71655C6F-D683-4181-8A76-C2CF9E2F4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63"/>
          <a:stretch/>
        </p:blipFill>
        <p:spPr>
          <a:xfrm>
            <a:off x="5963683" y="0"/>
            <a:ext cx="3180318" cy="51435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5464509" cy="675727"/>
          </a:xfrm>
        </p:spPr>
        <p:txBody>
          <a:bodyPr/>
          <a:lstStyle>
            <a:lvl1pPr>
              <a:lnSpc>
                <a:spcPts val="44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3237B-A6D8-401E-A0E8-75ED37DDC0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276350"/>
            <a:ext cx="5000404" cy="3203575"/>
          </a:xfrm>
        </p:spPr>
        <p:txBody>
          <a:bodyPr>
            <a:normAutofit/>
          </a:bodyPr>
          <a:lstStyle>
            <a:lvl1pPr marL="396000" indent="-396000">
              <a:spcAft>
                <a:spcPts val="600"/>
              </a:spcAft>
              <a:buFont typeface="+mj-lt"/>
              <a:buAutoNum type="arabicPeriod"/>
              <a:defRPr sz="1600"/>
            </a:lvl1pPr>
            <a:lvl2pPr marL="720000" indent="-288000">
              <a:spcAft>
                <a:spcPts val="400"/>
              </a:spcAft>
              <a:buFont typeface="Arial" panose="020B0604020202020204" pitchFamily="34" charset="0"/>
              <a:buChar char="‒"/>
              <a:defRPr sz="1600"/>
            </a:lvl2pPr>
            <a:lvl3pPr marL="1008000" indent="-288000"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  <a:defRPr sz="1600"/>
            </a:lvl3pPr>
            <a:lvl4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4pPr>
            <a:lvl5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5pPr>
            <a:lvl6pPr marL="1296000" indent="-288000">
              <a:defRPr sz="1600"/>
            </a:lvl6pPr>
            <a:lvl7pPr marL="1296000" indent="-288000">
              <a:defRPr sz="1600"/>
            </a:lvl7pPr>
            <a:lvl8pPr marL="1296000" indent="-288000">
              <a:defRPr sz="1600"/>
            </a:lvl8pPr>
            <a:lvl9pPr marL="1296000" indent="-288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Sechste</a:t>
            </a:r>
            <a:r>
              <a:rPr lang="en-GB"/>
              <a:t> Ebene</a:t>
            </a:r>
          </a:p>
          <a:p>
            <a:pPr lvl="6"/>
            <a:r>
              <a:rPr lang="en-GB" err="1"/>
              <a:t>Siebte</a:t>
            </a:r>
            <a:r>
              <a:rPr lang="en-GB"/>
              <a:t> Ebene</a:t>
            </a:r>
          </a:p>
          <a:p>
            <a:pPr lvl="7"/>
            <a:r>
              <a:rPr lang="en-GB" err="1"/>
              <a:t>Achte</a:t>
            </a:r>
            <a:r>
              <a:rPr lang="en-GB"/>
              <a:t> Ebene</a:t>
            </a:r>
          </a:p>
          <a:p>
            <a:pPr lvl="8"/>
            <a:r>
              <a:rPr lang="en-GB" err="1"/>
              <a:t>Neunte</a:t>
            </a:r>
            <a:r>
              <a:rPr lang="en-GB"/>
              <a:t> Ebene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CDDE-58C2-4810-8B30-D17CF249E2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 descr="{&quot;templafy&quot;:{&quot;id&quot;:&quot;69582c92-e5c7-4749-97ef-47cc4b58fa8b&quot;}}">
            <a:extLst>
              <a:ext uri="{FF2B5EF4-FFF2-40B4-BE49-F238E27FC236}">
                <a16:creationId xmlns:a16="http://schemas.microsoft.com/office/drawing/2014/main" id="{E6F37757-2E2F-45B4-8E6C-0B6588D2DCE2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sp>
        <p:nvSpPr>
          <p:cNvPr id="10" name="Rectangle 9" descr="{&quot;templafy&quot;:{&quot;id&quot;:&quot;4ee707e9-0b9f-42e6-bfac-8cfa418e9d62&quot;}}">
            <a:extLst>
              <a:ext uri="{FF2B5EF4-FFF2-40B4-BE49-F238E27FC236}">
                <a16:creationId xmlns:a16="http://schemas.microsoft.com/office/drawing/2014/main" id="{AA1C14F3-85E4-47DF-A8F9-0A6C945C6727}"/>
              </a:ext>
            </a:extLst>
          </p:cNvPr>
          <p:cNvSpPr/>
          <p:nvPr userDrawn="1"/>
        </p:nvSpPr>
        <p:spPr>
          <a:xfrm>
            <a:off x="2516261" y="4767263"/>
            <a:ext cx="3307023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pic>
        <p:nvPicPr>
          <p:cNvPr id="86902744" name="Rectangle 10" descr="{&quot;templafy&quot;:{&quot;id&quot;:&quot;b710521b-d63f-429f-a075-a52a6cb7c897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3" name="Rectangle 12" descr="{&quot;templafy&quot;:{&quot;id&quot;:&quot;4c8a9ee4-f540-4aa0-9380-f692b4e2dcc6&quot;}}" hidden="1">
            <a:extLst>
              <a:ext uri="{FF2B5EF4-FFF2-40B4-BE49-F238E27FC236}">
                <a16:creationId xmlns:a16="http://schemas.microsoft.com/office/drawing/2014/main" id="{829DC8B1-9D54-4E8C-B174-7B9355FD57F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23413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A3A5247-554A-42FF-BCCF-A11D65465AA4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1" y="3166310"/>
            <a:ext cx="457200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24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C68F798-C07C-4BF8-8573-0552735B8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113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5543F47-BCA1-4586-9B7A-452F67C480C8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A6B4-FE62-49DA-AB92-A00E16DDD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776" y="1276349"/>
            <a:ext cx="4122738" cy="320357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DB25E-F340-4288-90DE-3831A8F49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7" y="1276350"/>
            <a:ext cx="4122737" cy="320357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2CF5E38-DB35-4A9B-8D0E-E97D18CDB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Rectangle 14" descr="{&quot;templafy&quot;:{&quot;id&quot;:&quot;843f5766-31d9-4280-a669-00226bb12ba8&quot;}}">
            <a:extLst>
              <a:ext uri="{FF2B5EF4-FFF2-40B4-BE49-F238E27FC236}">
                <a16:creationId xmlns:a16="http://schemas.microsoft.com/office/drawing/2014/main" id="{6247B37A-A555-44A3-BECD-66BD8151E865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pic>
        <p:nvPicPr>
          <p:cNvPr id="504718880" name="Rectangle 4" descr="{&quot;templafy&quot;:{&quot;id&quot;:&quot;9b9e4f3c-de31-4236-8ed4-5b99f4d3cf2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6" name="Rectangle 5" descr="{&quot;templafy&quot;:{&quot;id&quot;:&quot;75162e3e-ae53-4b5e-99da-7a45748d34cc&quot;}}">
            <a:extLst>
              <a:ext uri="{FF2B5EF4-FFF2-40B4-BE49-F238E27FC236}">
                <a16:creationId xmlns:a16="http://schemas.microsoft.com/office/drawing/2014/main" id="{4E03CCCD-CB66-429F-BC77-64B5370808F2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7" name="Rectangle 6" descr="{&quot;templafy&quot;:{&quot;id&quot;:&quot;4b457ff6-1749-4ff7-9ec1-d06b95bd97c4&quot;}}" hidden="1">
            <a:extLst>
              <a:ext uri="{FF2B5EF4-FFF2-40B4-BE49-F238E27FC236}">
                <a16:creationId xmlns:a16="http://schemas.microsoft.com/office/drawing/2014/main" id="{B915E154-BDC4-452C-BDE7-882BE349B50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85054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FF60-9E69-4915-A0DD-67FF25328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B9FAC9-1E0D-44F5-8B7F-C8D103F4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0473" y="4767263"/>
            <a:ext cx="214752" cy="27384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tangle 10" descr="{&quot;templafy&quot;:{&quot;id&quot;:&quot;56ce75b3-422e-4bea-941a-dc00172cd73f&quot;}}">
            <a:extLst>
              <a:ext uri="{FF2B5EF4-FFF2-40B4-BE49-F238E27FC236}">
                <a16:creationId xmlns:a16="http://schemas.microsoft.com/office/drawing/2014/main" id="{47453508-BA4F-4ACB-B108-B3791E88CD55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pic>
        <p:nvPicPr>
          <p:cNvPr id="563772407" name="Rectangle 11" descr="{&quot;templafy&quot;:{&quot;id&quot;:&quot;ff4a6372-22c5-4dd4-8428-3be358c8e86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3" name="Rectangle 12" descr="{&quot;templafy&quot;:{&quot;id&quot;:&quot;802336ec-566b-4a3d-896e-7cccb9fe246d&quot;}}">
            <a:extLst>
              <a:ext uri="{FF2B5EF4-FFF2-40B4-BE49-F238E27FC236}">
                <a16:creationId xmlns:a16="http://schemas.microsoft.com/office/drawing/2014/main" id="{B5B29C83-7B2A-4E20-895A-585B8348684F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9" name="Rectangle 8" descr="{&quot;templafy&quot;:{&quot;id&quot;:&quot;a2d41398-5271-4cc9-b1dd-66e099bdef04&quot;}}" hidden="1">
            <a:extLst>
              <a:ext uri="{FF2B5EF4-FFF2-40B4-BE49-F238E27FC236}">
                <a16:creationId xmlns:a16="http://schemas.microsoft.com/office/drawing/2014/main" id="{2B2F7145-7DCA-4B3F-A8AE-07622CB5DF8E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415411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B4469C7-7D0E-49E1-8F7D-6E7D287176ED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94AC-1E69-4E4D-9E6D-26F34827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276350"/>
            <a:ext cx="4213225" cy="3203576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1276350"/>
            <a:ext cx="4213225" cy="320357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2" name="Rectangle 11" descr="{&quot;templafy&quot;:{&quot;id&quot;:&quot;9c2bec1f-485e-44d6-987c-4c2a62826230&quot;}}">
            <a:extLst>
              <a:ext uri="{FF2B5EF4-FFF2-40B4-BE49-F238E27FC236}">
                <a16:creationId xmlns:a16="http://schemas.microsoft.com/office/drawing/2014/main" id="{A6CE9D3B-0E1D-4168-8639-F0D1F5FF77B1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pic>
        <p:nvPicPr>
          <p:cNvPr id="226929661" name="Rectangle 13" descr="{&quot;templafy&quot;:{&quot;id&quot;:&quot;965f1849-534b-4cf0-ad65-b946ad9126d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3" name="Rectangle 12" descr="{&quot;templafy&quot;:{&quot;id&quot;:&quot;73b120c8-aa6c-4644-86bc-360261a349b9&quot;}}">
            <a:extLst>
              <a:ext uri="{FF2B5EF4-FFF2-40B4-BE49-F238E27FC236}">
                <a16:creationId xmlns:a16="http://schemas.microsoft.com/office/drawing/2014/main" id="{D1217118-5A25-4DE0-99F7-B3460244BBBE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5" name="Rectangle 14" descr="{&quot;templafy&quot;:{&quot;id&quot;:&quot;297fab75-6aaa-4b1a-95bb-193250870530&quot;}}" hidden="1">
            <a:extLst>
              <a:ext uri="{FF2B5EF4-FFF2-40B4-BE49-F238E27FC236}">
                <a16:creationId xmlns:a16="http://schemas.microsoft.com/office/drawing/2014/main" id="{544AC9A2-9666-4133-BC67-BE44B6459332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347967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EC9FF2-0829-44EA-809D-F5C42173624F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94AC-1E69-4E4D-9E6D-26F34827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71999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4572000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AD45-6EEE-4522-8CA6-5189DCDD48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775" y="3989388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7F9A9E-BA08-4C8F-96E1-0E7C7D71B3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2487" y="3989387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Rectangle 12" descr="{&quot;templafy&quot;:{&quot;id&quot;:&quot;e4895852-1c5c-4754-a233-3eec028fd2a8&quot;}}">
            <a:extLst>
              <a:ext uri="{FF2B5EF4-FFF2-40B4-BE49-F238E27FC236}">
                <a16:creationId xmlns:a16="http://schemas.microsoft.com/office/drawing/2014/main" id="{9387BB4B-AFF2-4440-B25E-89CDD9B79F05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pic>
        <p:nvPicPr>
          <p:cNvPr id="2053570038" name="Rectangle 14" descr="{&quot;templafy&quot;:{&quot;id&quot;:&quot;d621d8b6-cd2e-463b-982e-d95c5f8a82f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4" name="Rectangle 13" descr="{&quot;templafy&quot;:{&quot;id&quot;:&quot;65b937f8-b6ed-482d-9fcb-89e2ad98182a&quot;}}">
            <a:extLst>
              <a:ext uri="{FF2B5EF4-FFF2-40B4-BE49-F238E27FC236}">
                <a16:creationId xmlns:a16="http://schemas.microsoft.com/office/drawing/2014/main" id="{EF755AF0-F63E-4747-9211-327C44DA029F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8e41931c-7f95-42d4-bfa3-9c5f04293069&quot;}}" hidden="1">
            <a:extLst>
              <a:ext uri="{FF2B5EF4-FFF2-40B4-BE49-F238E27FC236}">
                <a16:creationId xmlns:a16="http://schemas.microsoft.com/office/drawing/2014/main" id="{97ACC166-7757-4B59-A180-1D797D03E7B1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20812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8E670C-89F1-48DF-ADBA-904A263650AF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FF4CC-30A2-4B7B-BA9D-1A66D476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39D30-BB72-44AA-B142-468FFB51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descr="{&quot;templafy&quot;:{&quot;id&quot;:&quot;889eed5e-adc6-4545-a320-e60e7fe89049&quot;}}">
            <a:extLst>
              <a:ext uri="{FF2B5EF4-FFF2-40B4-BE49-F238E27FC236}">
                <a16:creationId xmlns:a16="http://schemas.microsoft.com/office/drawing/2014/main" id="{137F4E36-F083-4FA0-9705-29ABDA1A5220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  <p:pic>
        <p:nvPicPr>
          <p:cNvPr id="2038333239" name="Rectangle 9" descr="{&quot;templafy&quot;:{&quot;id&quot;:&quot;3f852e2a-90cd-405b-aa63-881f2da03bb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1" name="Rectangle 10" descr="{&quot;templafy&quot;:{&quot;id&quot;:&quot;a606881e-514e-4f57-b14a-3e310a69b4b5&quot;}}">
            <a:extLst>
              <a:ext uri="{FF2B5EF4-FFF2-40B4-BE49-F238E27FC236}">
                <a16:creationId xmlns:a16="http://schemas.microsoft.com/office/drawing/2014/main" id="{3ED3541B-0C4B-4AD3-A0FB-BB276047ADCE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12" name="Rectangle 11" descr="{&quot;templafy&quot;:{&quot;id&quot;:&quot;d89fcdf5-4b31-4eed-a6ec-a34b7588e3dc&quot;}}" hidden="1">
            <a:extLst>
              <a:ext uri="{FF2B5EF4-FFF2-40B4-BE49-F238E27FC236}">
                <a16:creationId xmlns:a16="http://schemas.microsoft.com/office/drawing/2014/main" id="{87F7EA06-4518-4086-9E1C-ACD1F4782ADD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Computer Science (SCS-HSG)</a:t>
            </a:r>
          </a:p>
        </p:txBody>
      </p:sp>
    </p:spTree>
    <p:extLst>
      <p:ext uri="{BB962C8B-B14F-4D97-AF65-F5344CB8AC3E}">
        <p14:creationId xmlns:p14="http://schemas.microsoft.com/office/powerpoint/2010/main" val="385140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11C186-C392-4982-A2C0-7824EE98FA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8933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schwarze 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120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weisse Schrif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85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55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98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494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021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81B0-6792-4738-ACB8-0507307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44000"/>
            <a:ext cx="7957225" cy="685801"/>
          </a:xfrm>
        </p:spPr>
        <p:txBody>
          <a:bodyPr/>
          <a:lstStyle>
            <a:lvl1pPr>
              <a:lnSpc>
                <a:spcPts val="5200"/>
              </a:lnSpc>
              <a:defRPr sz="5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7D0F6F-53A1-4152-9807-5EC1BBC88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8000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24BC02-7B0E-4C56-B49A-5A28F9E62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000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F580D6-76FA-48E5-A6F9-C7D7F9ECA0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6816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CE2E2F-1BA4-4018-8B3C-5192B4A35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86816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780CD93-461B-4895-AFE1-B11CB717C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5933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670DE1A-52CE-4331-B7C3-9D35588A29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45933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71943916" name="Rectangle 10" descr="{&quot;templafy&quot;:{&quot;id&quot;:&quot;a40dda36-18a9-40da-9166-9a47a867251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6" y="4048055"/>
            <a:ext cx="2221200" cy="460800"/>
          </a:xfrm>
          <a:prstGeom prst="rect">
            <a:avLst/>
          </a:prstGeom>
        </p:spPr>
      </p:pic>
      <p:sp>
        <p:nvSpPr>
          <p:cNvPr id="3" name="Rectangle 2" descr="{&quot;templafy&quot;:{&quot;id&quot;:&quot;239d4f55-1bac-4607-8b11-947c6c77cd46&quot;}}">
            <a:extLst>
              <a:ext uri="{FF2B5EF4-FFF2-40B4-BE49-F238E27FC236}">
                <a16:creationId xmlns:a16="http://schemas.microsoft.com/office/drawing/2014/main" id="{36F02173-B0F5-4193-B6FF-8607454762B4}"/>
              </a:ext>
            </a:extLst>
          </p:cNvPr>
          <p:cNvSpPr/>
          <p:nvPr userDrawn="1"/>
        </p:nvSpPr>
        <p:spPr>
          <a:xfrm>
            <a:off x="4945930" y="3515014"/>
            <a:ext cx="2038450" cy="991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ts val="1200"/>
              </a:lnSpc>
            </a:pPr>
            <a:r>
              <a:rPr lang="en-GB" sz="1000">
                <a:solidFill>
                  <a:schemeClr val="tx1"/>
                </a:solidFill>
              </a:rPr>
              <a:t>School of Computer Science (SCS-HSG) 
Rosenbergstrasse 30 
9000 St.Gallen 
unisg.ch/de/universitaet/schools/informatik</a:t>
            </a:r>
          </a:p>
        </p:txBody>
      </p:sp>
    </p:spTree>
    <p:extLst>
      <p:ext uri="{BB962C8B-B14F-4D97-AF65-F5344CB8AC3E}">
        <p14:creationId xmlns:p14="http://schemas.microsoft.com/office/powerpoint/2010/main" val="518709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72C7-786E-4CDF-B498-A0E43C94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AB401-27B1-4459-8033-ADE495EC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9B70-EA91-4D1E-AD6F-9A1F4FF3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313b8357-6b18-490c-9533-a6c0ee071962&quot;}}">
            <a:extLst>
              <a:ext uri="{FF2B5EF4-FFF2-40B4-BE49-F238E27FC236}">
                <a16:creationId xmlns:a16="http://schemas.microsoft.com/office/drawing/2014/main" id="{BB3C8683-B834-4D63-9D68-06A85DD6080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</p:spTree>
    <p:extLst>
      <p:ext uri="{BB962C8B-B14F-4D97-AF65-F5344CB8AC3E}">
        <p14:creationId xmlns:p14="http://schemas.microsoft.com/office/powerpoint/2010/main" val="1837207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27F37-4AAD-450C-8838-DE5B9F07D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6A52-83BF-4684-B707-32690AD3C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666C-0F9A-44A4-B3AC-35B21249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987706d0-0020-48f8-abb7-fa71e92ba907&quot;}}">
            <a:extLst>
              <a:ext uri="{FF2B5EF4-FFF2-40B4-BE49-F238E27FC236}">
                <a16:creationId xmlns:a16="http://schemas.microsoft.com/office/drawing/2014/main" id="{D21A4773-433D-4BA4-8284-587A192E038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10 April 2026</a:t>
            </a:r>
          </a:p>
        </p:txBody>
      </p:sp>
    </p:spTree>
    <p:extLst>
      <p:ext uri="{BB962C8B-B14F-4D97-AF65-F5344CB8AC3E}">
        <p14:creationId xmlns:p14="http://schemas.microsoft.com/office/powerpoint/2010/main" val="8515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01321-794C-47B8-ABDC-7DAF88C9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94A2-50F8-430F-B46C-2D50472D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276350"/>
            <a:ext cx="8426450" cy="3203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EDF7-309C-40F3-8700-9F4DBE766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04000" y="4770375"/>
            <a:ext cx="1177196" cy="18433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D8FFC02-F414-406A-9AF9-AE6E7846E736}" type="datetime4">
              <a:rPr lang="en-GB" smtClean="0"/>
              <a:t>12 April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08D8-7EDB-4388-A7EE-8AB294EA7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9" y="4770374"/>
            <a:ext cx="3086100" cy="18433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Corporate Design - Power Point Master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C2A0-BCAA-4FD2-BD67-F5225215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1600" y="4767263"/>
            <a:ext cx="21600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800" spc="-30" baseline="0"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0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77" r:id="rId4"/>
    <p:sldLayoutId id="2147483663" r:id="rId5"/>
    <p:sldLayoutId id="2147483686" r:id="rId6"/>
    <p:sldLayoutId id="2147483664" r:id="rId7"/>
    <p:sldLayoutId id="2147483662" r:id="rId8"/>
    <p:sldLayoutId id="2147483672" r:id="rId9"/>
    <p:sldLayoutId id="2147483673" r:id="rId10"/>
    <p:sldLayoutId id="2147483666" r:id="rId11"/>
    <p:sldLayoutId id="2147483680" r:id="rId12"/>
    <p:sldLayoutId id="2147483678" r:id="rId13"/>
    <p:sldLayoutId id="2147483679" r:id="rId14"/>
    <p:sldLayoutId id="2147483675" r:id="rId15"/>
    <p:sldLayoutId id="2147483683" r:id="rId16"/>
    <p:sldLayoutId id="2147483667" r:id="rId17"/>
    <p:sldLayoutId id="2147483681" r:id="rId18"/>
    <p:sldLayoutId id="2147483670" r:id="rId19"/>
    <p:sldLayoutId id="2147483671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3">
          <p15:clr>
            <a:srgbClr val="F26B43"/>
          </p15:clr>
        </p15:guide>
        <p15:guide id="3" pos="226">
          <p15:clr>
            <a:srgbClr val="F26B43"/>
          </p15:clr>
        </p15:guide>
        <p15:guide id="4" pos="5534">
          <p15:clr>
            <a:srgbClr val="F26B43"/>
          </p15:clr>
        </p15:guide>
        <p15:guide id="5" orient="horz" pos="237">
          <p15:clr>
            <a:srgbClr val="F26B43"/>
          </p15:clr>
        </p15:guide>
        <p15:guide id="6" orient="horz" pos="804" userDrawn="1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pos="2823">
          <p15:clr>
            <a:srgbClr val="F26B43"/>
          </p15:clr>
        </p15:guide>
        <p15:guide id="9" pos="2937">
          <p15:clr>
            <a:srgbClr val="F26B43"/>
          </p15:clr>
        </p15:guide>
        <p15:guide id="10" orient="horz" pos="4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CryptoFlow</a:t>
            </a:r>
            <a:br/>
            <a:r>
              <a:t>Event-Driven &amp; Process-Oriented Crypto Portfolio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1026" y="3123868"/>
            <a:ext cx="4226165" cy="1356057"/>
          </a:xfrm>
        </p:spPr>
        <p:txBody>
          <a:bodyPr/>
          <a:lstStyle/>
          <a:p>
            <a:r>
              <a:t>EDPO Project FS26</a:t>
            </a:r>
          </a:p>
          <a:p>
            <a:r>
              <a:rPr err="1"/>
              <a:t>St.Gallen</a:t>
            </a:r>
            <a:r>
              <a:t>  |</a:t>
            </a:r>
            <a:r>
              <a:rPr lang="de-DE"/>
              <a:t>  Ioannis Theodosiadis &amp; Cyril Gabriele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88E076-9A95-F049-83FB-7C186FFA0C59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</a:t>
            </a:fld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54DB770-45AC-6BD7-FD7D-210AE17DB5AB}"/>
              </a:ext>
            </a:extLst>
          </p:cNvPr>
          <p:cNvSpPr txBox="1"/>
          <p:nvPr/>
        </p:nvSpPr>
        <p:spPr>
          <a:xfrm>
            <a:off x="8559282" y="6263951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802E"/>
                </a:solidFill>
              </a:rPr>
              <a:t>What is </a:t>
            </a:r>
            <a:r>
              <a:rPr b="1" err="1">
                <a:solidFill>
                  <a:srgbClr val="00802E"/>
                </a:solidFill>
              </a:rPr>
              <a:t>CryptoFlow</a:t>
            </a:r>
            <a:r>
              <a:rPr b="1">
                <a:solidFill>
                  <a:srgbClr val="00802E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2060135"/>
            <a:ext cx="8426450" cy="1023230"/>
          </a:xfrm>
        </p:spPr>
        <p:txBody>
          <a:bodyPr wrap="square"/>
          <a:lstStyle/>
          <a:p>
            <a:r>
              <a:rPr lang="de-CH" sz="2000" err="1"/>
              <a:t>CryptoFlow</a:t>
            </a:r>
            <a:r>
              <a:rPr lang="de-CH" sz="2000"/>
              <a:t> </a:t>
            </a:r>
            <a:r>
              <a:rPr lang="de-CH" sz="2000" err="1"/>
              <a:t>is</a:t>
            </a:r>
            <a:r>
              <a:rPr lang="de-CH" sz="2000"/>
              <a:t> a</a:t>
            </a:r>
            <a:r>
              <a:rPr sz="2000"/>
              <a:t> portfolio simulation platform </a:t>
            </a:r>
            <a:r>
              <a:rPr lang="de-CH" sz="2000" err="1"/>
              <a:t>for</a:t>
            </a:r>
            <a:r>
              <a:rPr lang="de-CH" sz="2000"/>
              <a:t> </a:t>
            </a:r>
            <a:r>
              <a:rPr lang="en-US" sz="2000"/>
              <a:t>crypto currencies designed to apply as much patterns from the lecture as possible. </a:t>
            </a:r>
            <a:r>
              <a:rPr sz="2000"/>
              <a:t>Users register, observe live market prices, manage portfolios</a:t>
            </a:r>
            <a:r>
              <a:rPr lang="de-CH" sz="2000"/>
              <a:t> and </a:t>
            </a:r>
            <a:r>
              <a:rPr sz="2000"/>
              <a:t>place simulated trade</a:t>
            </a:r>
            <a:r>
              <a:rPr lang="de-CH" sz="2000"/>
              <a:t>s.</a:t>
            </a:r>
            <a:endParaRPr sz="20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5FDD3D-BEE5-908B-BFE4-466CE7719974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2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ntext-ma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960" y="572946"/>
            <a:ext cx="4649216" cy="39976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</a:t>
            </a:r>
            <a:r>
              <a:rPr lang="de-CH"/>
              <a:t>:</a:t>
            </a:r>
            <a:r>
              <a:t> </a:t>
            </a:r>
            <a:r>
              <a:rPr b="1">
                <a:solidFill>
                  <a:srgbClr val="00802E"/>
                </a:solidFill>
              </a:rPr>
              <a:t>Five Bounded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00802E"/>
                </a:solidFill>
              </a:rPr>
              <a:t>Market Data</a:t>
            </a:r>
            <a:r>
              <a:rPr lang="de-CH" sz="1600"/>
              <a:t>:</a:t>
            </a:r>
            <a:r>
              <a:rPr sz="1600"/>
              <a:t> </a:t>
            </a:r>
            <a:endParaRPr lang="en-US" sz="16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upstream price feed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00802E"/>
                </a:solidFill>
              </a:rPr>
              <a:t>Portfolio</a:t>
            </a:r>
            <a:r>
              <a:rPr lang="de-CH" sz="1600"/>
              <a:t>: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holdings &amp; 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00802E"/>
                </a:solidFill>
              </a:rPr>
              <a:t>Trading</a:t>
            </a:r>
            <a:r>
              <a:rPr lang="de-CH" sz="1600"/>
              <a:t>: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order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00802E"/>
                </a:solidFill>
              </a:rPr>
              <a:t>User</a:t>
            </a:r>
            <a:r>
              <a:rPr lang="de-CH" sz="1600"/>
              <a:t>: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accounts &amp; confirmation</a:t>
            </a:r>
            <a:endParaRPr lang="de-CH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802E"/>
                </a:solidFill>
              </a:rPr>
              <a:t>Onboarding</a:t>
            </a:r>
            <a:r>
              <a:rPr lang="de-CH" sz="1400"/>
              <a:t>: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/>
              <a:t>saga orchestrator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6DAC41-7803-FE50-DBED-19B0DA1B0034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3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>
                <a:solidFill>
                  <a:srgbClr val="00802E"/>
                </a:solidFill>
              </a:rPr>
              <a:t>Non-</a:t>
            </a:r>
            <a:r>
              <a:rPr lang="de-CH" b="1" err="1">
                <a:solidFill>
                  <a:srgbClr val="00802E"/>
                </a:solidFill>
              </a:rPr>
              <a:t>Functional</a:t>
            </a:r>
            <a:r>
              <a:rPr lang="de-CH" b="1">
                <a:solidFill>
                  <a:srgbClr val="00802E"/>
                </a:solidFill>
              </a:rPr>
              <a:t> </a:t>
            </a:r>
            <a:r>
              <a:rPr lang="de-CH" b="1" err="1">
                <a:solidFill>
                  <a:srgbClr val="00802E"/>
                </a:solidFill>
              </a:rPr>
              <a:t>Requirements</a:t>
            </a:r>
            <a:endParaRPr b="1">
              <a:solidFill>
                <a:srgbClr val="00802E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82696F7-4BE1-94C6-E9AF-66845B9A5CA9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4</a:t>
            </a:fld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EC9FEF-08AE-EFBD-0A20-22A2B916E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775" y="1276349"/>
            <a:ext cx="8426449" cy="32035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4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802E"/>
                </a:solidFill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319755"/>
            <a:ext cx="3647616" cy="2503989"/>
          </a:xfrm>
        </p:spPr>
        <p:txBody>
          <a:bodyPr wrap="square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Two communication channels: </a:t>
            </a:r>
            <a:endParaRPr lang="de-CH" sz="16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Kafka + </a:t>
            </a:r>
            <a:r>
              <a:rPr err="1"/>
              <a:t>Zeebe</a:t>
            </a:r>
            <a:endParaRPr lang="de-CH"/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No synchronous inter-service calls</a:t>
            </a:r>
            <a:endParaRPr lang="de-CH" sz="1600"/>
          </a:p>
          <a:p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REST only for external clients</a:t>
            </a:r>
            <a:endParaRPr lang="de-CH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Database-per-service</a:t>
            </a:r>
            <a:r>
              <a:rPr lang="de-CH" sz="1600"/>
              <a:t> </a:t>
            </a:r>
            <a:r>
              <a:rPr lang="de-CH" sz="1600" err="1"/>
              <a:t>where</a:t>
            </a:r>
            <a:r>
              <a:rPr lang="de-CH" sz="1600"/>
              <a:t> </a:t>
            </a:r>
            <a:r>
              <a:rPr lang="de-CH" sz="1600" err="1"/>
              <a:t>needed</a:t>
            </a:r>
            <a:endParaRPr lang="de-CH" sz="16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Market Data and Onboarding are stateless</a:t>
            </a:r>
          </a:p>
        </p:txBody>
      </p:sp>
      <p:pic>
        <p:nvPicPr>
          <p:cNvPr id="4" name="Picture 3" descr="deployment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392" y="1319755"/>
            <a:ext cx="5059684" cy="241717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82696F7-4BE1-94C6-E9AF-66845B9A5CA9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5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802E"/>
                </a:solidFill>
              </a:rPr>
              <a:t>Why Camunda 8 </a:t>
            </a:r>
            <a:r>
              <a:rPr lang="de-CH" b="1">
                <a:solidFill>
                  <a:srgbClr val="00802E"/>
                </a:solidFill>
              </a:rPr>
              <a:t>/ </a:t>
            </a:r>
            <a:r>
              <a:rPr b="1" err="1">
                <a:solidFill>
                  <a:srgbClr val="00802E"/>
                </a:solidFill>
              </a:rPr>
              <a:t>Zeebe</a:t>
            </a:r>
            <a:r>
              <a:rPr b="1">
                <a:solidFill>
                  <a:srgbClr val="00802E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/>
              <a:t>Two workflows need durable waiting states</a:t>
            </a:r>
            <a:r>
              <a:rPr lang="de-CH" sz="140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onboarding and 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order placement</a:t>
            </a:r>
            <a:endParaRPr lang="de-CH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/>
              <a:t>Why not Camunda 7 / </a:t>
            </a:r>
            <a:r>
              <a:rPr sz="1400" err="1"/>
              <a:t>Operaton</a:t>
            </a:r>
            <a:r>
              <a:rPr sz="1400"/>
              <a:t>?</a:t>
            </a:r>
            <a:endParaRPr lang="de-CH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Embedded engine stores process state in the application DB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Many concurrent </a:t>
            </a:r>
            <a:r>
              <a:rPr sz="1200" err="1"/>
              <a:t>placeOrder</a:t>
            </a:r>
            <a:r>
              <a:rPr sz="1200"/>
              <a:t> waits would need a shared polling table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Kafka and SMTP require custom application-level client code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endParaRPr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Camunda 8 / </a:t>
            </a:r>
            <a:r>
              <a:rPr sz="1600" err="1"/>
              <a:t>Zeebe</a:t>
            </a:r>
            <a:r>
              <a:rPr sz="1600"/>
              <a:t> advantages</a:t>
            </a:r>
            <a:endParaRPr lang="de-CH" sz="16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Partitioned log </a:t>
            </a:r>
            <a:r>
              <a:rPr lang="en-US" sz="1200"/>
              <a:t>-</a:t>
            </a:r>
            <a:r>
              <a:rPr sz="1200"/>
              <a:t> each instance waits independently, no job-lock contention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Connector templates </a:t>
            </a:r>
            <a:r>
              <a:rPr lang="en-US" sz="1200"/>
              <a:t>-</a:t>
            </a:r>
            <a:r>
              <a:rPr sz="1200"/>
              <a:t> Kafka + SMTP inside BPMN, zero notification code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Camunda Operate </a:t>
            </a:r>
            <a:r>
              <a:rPr lang="en-US" sz="1200"/>
              <a:t>-</a:t>
            </a:r>
            <a:r>
              <a:rPr sz="1200"/>
              <a:t> runtime visibility without custom dashboards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C210F34-FF09-6865-A3B1-6A2AB6A1CC4A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6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Saga Patterns</a:t>
            </a:r>
            <a:r>
              <a:rPr lang="de-CH"/>
              <a:t>:</a:t>
            </a:r>
            <a:r>
              <a:t> </a:t>
            </a:r>
            <a:r>
              <a:rPr b="1">
                <a:solidFill>
                  <a:srgbClr val="00802E"/>
                </a:solidFill>
              </a:rPr>
              <a:t>Driven by Wait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Two orchestrated saga styles</a:t>
            </a:r>
            <a:r>
              <a:rPr lang="de-CH" sz="1400"/>
              <a:t>: </a:t>
            </a:r>
            <a:r>
              <a:rPr sz="1400"/>
              <a:t>choice driven by nature of the wait</a:t>
            </a:r>
          </a:p>
          <a:p>
            <a:endParaRPr lang="de-CH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/>
              <a:t>Onboarding</a:t>
            </a:r>
            <a:r>
              <a:rPr lang="de-CH" sz="1400"/>
              <a:t>:</a:t>
            </a:r>
            <a:r>
              <a:rPr sz="1400"/>
              <a:t> </a:t>
            </a:r>
            <a:r>
              <a:rPr sz="1400" b="1">
                <a:solidFill>
                  <a:srgbClr val="00802E"/>
                </a:solidFill>
              </a:rPr>
              <a:t>Parallel Saga</a:t>
            </a:r>
            <a:endParaRPr lang="de-CH" b="1">
              <a:solidFill>
                <a:srgbClr val="00802E"/>
              </a:solidFill>
            </a:endParaRP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Deterministic wait (user clicks confirmation link)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Spans two bounded contexts</a:t>
            </a:r>
            <a:r>
              <a:rPr lang="de-CH" sz="1200"/>
              <a:t>: </a:t>
            </a:r>
            <a:r>
              <a:rPr sz="1200">
                <a:solidFill>
                  <a:srgbClr val="00802E"/>
                </a:solidFill>
              </a:rPr>
              <a:t>User</a:t>
            </a:r>
            <a:r>
              <a:rPr sz="1200"/>
              <a:t> + </a:t>
            </a:r>
            <a:r>
              <a:rPr sz="1200">
                <a:solidFill>
                  <a:srgbClr val="00802E"/>
                </a:solidFill>
              </a:rPr>
              <a:t>Portfolio</a:t>
            </a:r>
            <a:endParaRPr lang="de-CH" sz="1200">
              <a:solidFill>
                <a:srgbClr val="00802E"/>
              </a:solidFill>
            </a:endParaRP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Needs all-or-nothing consistency</a:t>
            </a:r>
            <a:endParaRPr lang="de-CH" sz="1200"/>
          </a:p>
          <a:p>
            <a:pPr marL="360000" lvl="2" indent="0">
              <a:buNone/>
            </a:pPr>
            <a:endParaRPr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/>
              <a:t>Order Placement</a:t>
            </a:r>
            <a:r>
              <a:rPr lang="de-CH" sz="1400"/>
              <a:t>: </a:t>
            </a:r>
            <a:r>
              <a:rPr sz="1400" b="1">
                <a:solidFill>
                  <a:srgbClr val="00802E"/>
                </a:solidFill>
              </a:rPr>
              <a:t>Fairy Tale Saga</a:t>
            </a:r>
            <a:endParaRPr lang="de-CH" b="1">
              <a:solidFill>
                <a:srgbClr val="00802E"/>
              </a:solidFill>
            </a:endParaRP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Non-deterministic wait (price match from market feed)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Stays inside one bounded context</a:t>
            </a:r>
            <a:r>
              <a:rPr lang="de-CH" sz="1200"/>
              <a:t>: </a:t>
            </a:r>
            <a:r>
              <a:rPr sz="1200">
                <a:solidFill>
                  <a:srgbClr val="00802E"/>
                </a:solidFill>
              </a:rPr>
              <a:t>Trading</a:t>
            </a:r>
            <a:endParaRPr lang="de-CH" sz="1200">
              <a:solidFill>
                <a:srgbClr val="00802E"/>
              </a:solidFill>
            </a:endParaRP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Accepts eventual consistency with </a:t>
            </a:r>
            <a:r>
              <a:rPr sz="1200">
                <a:solidFill>
                  <a:srgbClr val="00802E"/>
                </a:solidFill>
              </a:rPr>
              <a:t>Portfolio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C76045A-16BC-E40D-2927-E405F52888B2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7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serOnboarding-bp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98" y="946928"/>
            <a:ext cx="8787203" cy="3249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</a:t>
            </a:r>
            <a:r>
              <a:rPr lang="de-CH"/>
              <a:t>: </a:t>
            </a:r>
            <a:r>
              <a:rPr b="1">
                <a:solidFill>
                  <a:srgbClr val="00802E"/>
                </a:solidFill>
              </a:rPr>
              <a:t>Parallel Saga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01A9868-E26F-1C86-D645-688164924CC0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8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</a:t>
            </a:r>
            <a:r>
              <a:rPr lang="de-CH"/>
              <a:t>: </a:t>
            </a:r>
            <a:r>
              <a:rPr b="1">
                <a:solidFill>
                  <a:srgbClr val="00802E"/>
                </a:solidFill>
              </a:rPr>
              <a:t>Compensation &amp; Flag-Driven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 b="1">
                <a:solidFill>
                  <a:srgbClr val="00802E"/>
                </a:solidFill>
              </a:rPr>
              <a:t>Challenge</a:t>
            </a:r>
            <a:r>
              <a:rPr sz="1400"/>
              <a:t>: </a:t>
            </a:r>
            <a:r>
              <a:rPr lang="de-CH" sz="1400"/>
              <a:t>O</a:t>
            </a:r>
            <a:r>
              <a:rPr sz="1400"/>
              <a:t>ne creation succeeds, the other fails</a:t>
            </a:r>
            <a:r>
              <a:rPr lang="de-CH" sz="1400"/>
              <a:t>. </a:t>
            </a:r>
            <a:r>
              <a:rPr lang="de-CH" sz="1400" b="1"/>
              <a:t>W</a:t>
            </a:r>
            <a:r>
              <a:rPr sz="1400" b="1"/>
              <a:t>hat now?</a:t>
            </a:r>
            <a:endParaRPr lang="de-CH" sz="1400" b="1"/>
          </a:p>
          <a:p>
            <a:endParaRPr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/>
              <a:t>Flag-driven completion</a:t>
            </a:r>
            <a:endParaRPr lang="en-US" b="1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Workers for the creations always complete </a:t>
            </a:r>
            <a:r>
              <a:rPr lang="en-US" sz="1200" err="1"/>
              <a:t>Zeebe</a:t>
            </a:r>
            <a:r>
              <a:rPr lang="en-US" sz="1200"/>
              <a:t> jobs, report outcome via </a:t>
            </a:r>
            <a:r>
              <a:rPr lang="en-US" sz="1200" err="1"/>
              <a:t>boolean</a:t>
            </a:r>
            <a:r>
              <a:rPr lang="en-US" sz="1200"/>
              <a:t> flags</a:t>
            </a:r>
          </a:p>
          <a:p>
            <a:pPr marL="825750" lvl="2" indent="-285750"/>
            <a:r>
              <a:rPr sz="1200" err="1"/>
              <a:t>isUserCreated</a:t>
            </a:r>
            <a:r>
              <a:rPr sz="1200"/>
              <a:t> / </a:t>
            </a:r>
            <a:r>
              <a:rPr sz="1200" err="1"/>
              <a:t>isPortfolioCreated</a:t>
            </a:r>
            <a:r>
              <a:rPr sz="1200"/>
              <a:t> drive gateway branches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BPMN errors would short-circuit and bypass compensation gateways</a:t>
            </a:r>
            <a:endParaRPr lang="de-CH" sz="1200"/>
          </a:p>
          <a:p>
            <a:pPr marL="360000" lvl="2" indent="0">
              <a:buNone/>
            </a:pPr>
            <a:endParaRPr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/>
              <a:t>Compensation </a:t>
            </a:r>
            <a:endParaRPr lang="de-CH" b="1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Exclusive gateways inspect flags</a:t>
            </a:r>
            <a:r>
              <a:rPr lang="de-CH" sz="1200"/>
              <a:t>:</a:t>
            </a:r>
            <a:r>
              <a:rPr sz="1200"/>
              <a:t> </a:t>
            </a:r>
            <a:r>
              <a:rPr sz="1200">
                <a:solidFill>
                  <a:srgbClr val="00802E"/>
                </a:solidFill>
              </a:rPr>
              <a:t>compensation handlers</a:t>
            </a:r>
            <a:endParaRPr lang="de-CH" sz="1200">
              <a:solidFill>
                <a:srgbClr val="00802E"/>
              </a:solidFill>
            </a:endParaRP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Delete local entity + publish compensation request for peer</a:t>
            </a:r>
            <a:endParaRPr lang="de-CH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User/Portfolio </a:t>
            </a:r>
            <a:r>
              <a:rPr sz="1200" err="1"/>
              <a:t>CompensationRequestedEvent</a:t>
            </a:r>
            <a:r>
              <a:rPr sz="1200"/>
              <a:t> carries full payload</a:t>
            </a:r>
            <a:r>
              <a:rPr lang="de-CH" sz="1200"/>
              <a:t>: </a:t>
            </a:r>
            <a:r>
              <a:rPr lang="de-CH" sz="1200">
                <a:solidFill>
                  <a:srgbClr val="00802E"/>
                </a:solidFill>
              </a:rPr>
              <a:t>ECST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sz="1200"/>
              <a:t>Idempotent deletes </a:t>
            </a:r>
            <a:r>
              <a:rPr lang="en-US" sz="1200"/>
              <a:t>-</a:t>
            </a:r>
            <a:r>
              <a:rPr sz="1200"/>
              <a:t> safe under at-least-once delivery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C390B98-05F1-67DB-E21C-1A9B3D890325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9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Onboarding: </a:t>
            </a:r>
            <a:r>
              <a:rPr lang="de-CH" b="1">
                <a:solidFill>
                  <a:srgbClr val="00802E"/>
                </a:solidFill>
              </a:rPr>
              <a:t>Individual</a:t>
            </a:r>
            <a:r>
              <a:rPr b="1">
                <a:solidFill>
                  <a:srgbClr val="00802E"/>
                </a:solidFill>
              </a:rPr>
              <a:t>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1276352"/>
            <a:ext cx="8426450" cy="314054"/>
          </a:xfrm>
        </p:spPr>
        <p:txBody>
          <a:bodyPr wrap="square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Originally the BPMN lived inside user-service</a:t>
            </a:r>
            <a:r>
              <a:rPr lang="de-CH" sz="1600"/>
              <a:t>…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AE1938E-0CBB-32EA-E95C-6E86B75B40DA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10</a:t>
            </a:fld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45157-86E2-C7EA-4A8F-2D6A17FBCD74}"/>
              </a:ext>
            </a:extLst>
          </p:cNvPr>
          <p:cNvSpPr txBox="1"/>
          <p:nvPr/>
        </p:nvSpPr>
        <p:spPr>
          <a:xfrm>
            <a:off x="640701" y="1740753"/>
            <a:ext cx="3643431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Problem</a:t>
            </a:r>
            <a:r>
              <a:rPr lang="en-US" sz="1600"/>
              <a:t>: </a:t>
            </a:r>
          </a:p>
          <a:p>
            <a:r>
              <a:rPr lang="en-US" sz="1600"/>
              <a:t>orchestrator coordinates work across two bounded contexts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Coupling + mixed responsibilities violates DDD boundaries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52D5C-2A61-DCBA-A6B7-B73DEC5DFCB6}"/>
              </a:ext>
            </a:extLst>
          </p:cNvPr>
          <p:cNvSpPr txBox="1"/>
          <p:nvPr/>
        </p:nvSpPr>
        <p:spPr>
          <a:xfrm>
            <a:off x="4859867" y="1728906"/>
            <a:ext cx="3643431" cy="2577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802E"/>
                </a:solidFill>
              </a:rPr>
              <a:t>Solution</a:t>
            </a:r>
            <a:r>
              <a:rPr lang="en-US" sz="1600"/>
              <a:t>: </a:t>
            </a:r>
          </a:p>
          <a:p>
            <a:r>
              <a:rPr lang="en-US" sz="1600"/>
              <a:t>extract into a dedicated onboarding-service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Owns the BPMN process and </a:t>
            </a:r>
            <a:r>
              <a:rPr lang="en-US" sz="1400" err="1"/>
              <a:t>Zeebe</a:t>
            </a:r>
            <a:r>
              <a:rPr lang="en-US" sz="1400"/>
              <a:t>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 persistent business data - workflow state lives in </a:t>
            </a:r>
            <a:r>
              <a:rPr lang="en-US" sz="1400" err="1"/>
              <a:t>Zeebe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User and portfolio services keep their domain autonomy</a:t>
            </a:r>
          </a:p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819B6F-172D-5ED2-B0FC-A7606433C241}"/>
              </a:ext>
            </a:extLst>
          </p:cNvPr>
          <p:cNvCxnSpPr>
            <a:cxnSpLocks/>
          </p:cNvCxnSpPr>
          <p:nvPr/>
        </p:nvCxnSpPr>
        <p:spPr>
          <a:xfrm>
            <a:off x="4521227" y="1800020"/>
            <a:ext cx="0" cy="22131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8393B8-F7CE-7EAF-6DAC-912914279752}"/>
              </a:ext>
            </a:extLst>
          </p:cNvPr>
          <p:cNvSpPr txBox="1"/>
          <p:nvPr/>
        </p:nvSpPr>
        <p:spPr>
          <a:xfrm>
            <a:off x="358775" y="4158888"/>
            <a:ext cx="832490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trade-off</a:t>
            </a:r>
            <a:r>
              <a:rPr lang="en-US"/>
              <a:t>: 1 extra service but clean separation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 Order Process </a:t>
            </a:r>
            <a:r>
              <a:rPr lang="en-US"/>
              <a:t>-</a:t>
            </a:r>
            <a:r>
              <a:t> </a:t>
            </a:r>
            <a:r>
              <a:rPr b="1">
                <a:solidFill>
                  <a:srgbClr val="00802E"/>
                </a:solidFill>
              </a:rPr>
              <a:t>Fairy Tale Saga</a:t>
            </a:r>
          </a:p>
        </p:txBody>
      </p:sp>
      <p:pic>
        <p:nvPicPr>
          <p:cNvPr id="4" name="Picture 3" descr="placeOrder-bp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323" y="985900"/>
            <a:ext cx="6393354" cy="360303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A05AC79-D9E8-B3DA-FB71-161FC3A5D6B0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11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Architecture Details: </a:t>
            </a:r>
            <a:r>
              <a:rPr lang="de-CH" b="1">
                <a:solidFill>
                  <a:srgbClr val="00802E"/>
                </a:solidFill>
              </a:rPr>
              <a:t>Additional Patterns</a:t>
            </a:r>
            <a:endParaRPr b="1">
              <a:solidFill>
                <a:srgbClr val="00802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802E"/>
                </a:solidFill>
              </a:rPr>
              <a:t>Idempotent Consumer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 err="1"/>
              <a:t>processed_transaction</a:t>
            </a:r>
            <a:r>
              <a:rPr lang="en-US" sz="1200"/>
              <a:t> UNIQUE constraint on </a:t>
            </a:r>
            <a:r>
              <a:rPr lang="en-US" sz="1200" err="1"/>
              <a:t>transactionId</a:t>
            </a:r>
            <a:endParaRPr lang="en-US" sz="1200"/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found during integration: 2 BTC order → 4 BTC in portfolio</a:t>
            </a:r>
          </a:p>
          <a:p>
            <a:pPr lvl="1" indent="0">
              <a:buNone/>
            </a:pP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802E"/>
                </a:solidFill>
              </a:rPr>
              <a:t>ECST</a:t>
            </a:r>
            <a:r>
              <a:rPr lang="en-US" sz="1600"/>
              <a:t>: event carried state transfer for compensation in Onboarding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802E"/>
                </a:solidFill>
              </a:rPr>
              <a:t>Transactional Outbox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Approval + outbox row in one DB transaction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Scheduler republishes stale rows after crashes</a:t>
            </a:r>
          </a:p>
          <a:p>
            <a:pPr lvl="1" indent="0">
              <a:buNone/>
            </a:pP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802E"/>
                </a:solidFill>
              </a:rPr>
              <a:t>Human Escalation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Deterministic failures throw typed BPMN errors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rPr lang="en-US" sz="1200"/>
              <a:t>Boundary events route to ops user task in </a:t>
            </a:r>
            <a:r>
              <a:rPr lang="en-US" sz="1200" err="1"/>
              <a:t>Tasklist</a:t>
            </a:r>
            <a:endParaRPr lang="en-US" sz="1200"/>
          </a:p>
          <a:p>
            <a:endParaRPr lang="en-US" sz="1600"/>
          </a:p>
          <a:p>
            <a:endParaRPr lang="en-US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D86EF3-1989-7F06-D86E-E2E063AB4E85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12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err="1"/>
              <a:t>Insights</a:t>
            </a:r>
            <a:r>
              <a:rPr lang="de-CH"/>
              <a:t>: </a:t>
            </a:r>
            <a:r>
              <a:rPr b="1">
                <a:solidFill>
                  <a:srgbClr val="00802E"/>
                </a:solidFill>
              </a:rPr>
              <a:t>Challenges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BPMN </a:t>
            </a:r>
            <a:r>
              <a:rPr sz="1600">
                <a:solidFill>
                  <a:srgbClr val="00802E"/>
                </a:solidFill>
              </a:rPr>
              <a:t>learning curve</a:t>
            </a:r>
            <a:r>
              <a:rPr lang="de-CH" sz="1600"/>
              <a:t>: 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demanding upfront, reduced implementation effort after</a:t>
            </a:r>
            <a:endParaRPr lang="de-CH"/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Concepts </a:t>
            </a:r>
            <a:r>
              <a:rPr sz="1600">
                <a:solidFill>
                  <a:srgbClr val="00802E"/>
                </a:solidFill>
              </a:rPr>
              <a:t>intuitive in theory, complex in practice</a:t>
            </a:r>
            <a:r>
              <a:rPr lang="de-CH" sz="160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Orchestration, compensation, ECST multiply downstream decisions</a:t>
            </a:r>
            <a:endParaRPr lang="de-CH"/>
          </a:p>
          <a:p>
            <a:pPr marL="465750" lvl="1" indent="-285750">
              <a:buFont typeface="Arial" panose="020B0604020202020204" pitchFamily="34" charset="0"/>
              <a:buChar char="•"/>
            </a:pPr>
            <a:endParaRPr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Saga selection </a:t>
            </a:r>
            <a:r>
              <a:rPr sz="1600">
                <a:solidFill>
                  <a:srgbClr val="00802E"/>
                </a:solidFill>
              </a:rPr>
              <a:t>only became clear by analyzing </a:t>
            </a:r>
            <a:r>
              <a:rPr sz="1600"/>
              <a:t>the nature of the wait</a:t>
            </a:r>
            <a:endParaRPr lang="de-CH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/>
              <a:t>Integration </a:t>
            </a:r>
            <a:r>
              <a:rPr sz="1600">
                <a:solidFill>
                  <a:srgbClr val="00802E"/>
                </a:solidFill>
              </a:rPr>
              <a:t>issues surface late</a:t>
            </a:r>
            <a:r>
              <a:rPr lang="de-CH" sz="1600"/>
              <a:t>:</a:t>
            </a:r>
          </a:p>
          <a:p>
            <a:pPr marL="465750" lvl="1" indent="-285750">
              <a:buFont typeface="Arial" panose="020B0604020202020204" pitchFamily="34" charset="0"/>
              <a:buChar char="•"/>
            </a:pPr>
            <a:r>
              <a:t>deserialization, correlation keys, payloads</a:t>
            </a:r>
            <a:endParaRPr lang="de-CH"/>
          </a:p>
          <a:p>
            <a:pPr lvl="1" indent="0">
              <a:buNone/>
            </a:pPr>
            <a:endParaRPr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D08F9B4-479F-F458-3E95-06A1BC79B8C1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13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6F96-6669-1625-A966-127287BE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2266919"/>
            <a:ext cx="8426450" cy="609662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802E"/>
                </a:solidFill>
              </a:rPr>
              <a:t>Demonstration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99E5-CEB2-12DF-32D9-6AEF0738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261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400"/>
              <a:t>Demo 1 </a:t>
            </a:r>
            <a:r>
              <a:rPr lang="en-US" sz="1400"/>
              <a:t>-</a:t>
            </a:r>
            <a:r>
              <a:rPr sz="1400"/>
              <a:t> Happy-path onboarding</a:t>
            </a:r>
          </a:p>
          <a:p>
            <a:pPr lvl="1"/>
            <a:r>
              <a:rPr sz="1200" err="1"/>
              <a:t>Tasklist</a:t>
            </a:r>
            <a:r>
              <a:rPr sz="1200"/>
              <a:t> form → confirmation email → click → user + portfolio created</a:t>
            </a:r>
          </a:p>
          <a:p>
            <a:pPr lvl="1"/>
            <a:r>
              <a:rPr sz="1200"/>
              <a:t>Camunda Operate shows the completed process instance</a:t>
            </a:r>
          </a:p>
          <a:p>
            <a:r>
              <a:rPr sz="1400"/>
              <a:t>Demo 2 </a:t>
            </a:r>
            <a:r>
              <a:rPr lang="en-US" sz="1400"/>
              <a:t>-</a:t>
            </a:r>
            <a:r>
              <a:rPr sz="1400"/>
              <a:t> Happy-path order placement</a:t>
            </a:r>
          </a:p>
          <a:p>
            <a:pPr lvl="1"/>
            <a:r>
              <a:rPr sz="1200" err="1"/>
              <a:t>Tasklist</a:t>
            </a:r>
            <a:r>
              <a:rPr sz="1200"/>
              <a:t> order → price match → APPROVED → portfolio updated</a:t>
            </a:r>
          </a:p>
          <a:p>
            <a:pPr lvl="1"/>
            <a:r>
              <a:rPr sz="1200"/>
              <a:t>Notification email received</a:t>
            </a:r>
          </a:p>
          <a:p>
            <a:r>
              <a:rPr sz="1400"/>
              <a:t>Optional if time permits: timeout scenario, Kafka UI, Operate history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1056A29-2586-9181-9FD7-30844C24EAEA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15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5 microservices, 2 channels (Kafka + Zeebe), 11 EDPO concepts implemented</a:t>
            </a:r>
          </a:p>
          <a:p>
            <a:r>
              <a:rPr sz="1600"/>
              <a:t>Two saga patterns chosen by wait semantics, not by preference</a:t>
            </a:r>
          </a:p>
          <a:p>
            <a:r>
              <a:rPr sz="1600"/>
              <a:t>Flag-driven completion keeps compensation paths reachable</a:t>
            </a:r>
          </a:p>
          <a:p>
            <a:r>
              <a:rPr sz="1600"/>
              <a:t>Transactional outbox + idempotent consumer + human escalation as a chain</a:t>
            </a:r>
          </a:p>
          <a:p>
            <a:r>
              <a:rPr sz="1600"/>
              <a:t>Dedicated orchestration service preserves bounded context autonomy</a:t>
            </a:r>
          </a:p>
          <a:p>
            <a:r>
              <a:rPr sz="1600"/>
              <a:t>20 ADRs documenting every architectural decision with rationale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A2AB02-C761-949F-F123-BE55FF0DA7F5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16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Anticipated backup topics</a:t>
            </a:r>
          </a:p>
          <a:p>
            <a:r>
              <a:rPr sz="1600"/>
              <a:t>•  Why orchestration rather than choreography?</a:t>
            </a:r>
          </a:p>
          <a:p>
            <a:r>
              <a:rPr sz="1600"/>
              <a:t>•  Why JSON over Avro for Kafka serialization?</a:t>
            </a:r>
          </a:p>
          <a:p>
            <a:r>
              <a:rPr sz="1600"/>
              <a:t>•  How would you scale this to production?</a:t>
            </a:r>
          </a:p>
          <a:p>
            <a:r>
              <a:rPr sz="1600"/>
              <a:t>•  What would you do differently next time?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8403D8-2381-78D9-E4E4-121C9437F6C6}"/>
              </a:ext>
            </a:extLst>
          </p:cNvPr>
          <p:cNvSpPr txBox="1"/>
          <p:nvPr/>
        </p:nvSpPr>
        <p:spPr>
          <a:xfrm>
            <a:off x="8503298" y="4702629"/>
            <a:ext cx="360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C7D4858-ADAF-A34F-A87D-0D5A348A4697}" type="slidenum">
              <a:rPr lang="de-DE" sz="1100" smtClean="0">
                <a:solidFill>
                  <a:schemeClr val="bg1"/>
                </a:solidFill>
              </a:rPr>
              <a:pPr algn="ctr"/>
              <a:t>17</a:t>
            </a:fld>
            <a:endParaRPr lang="de-DE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SG PPT">
  <a:themeElements>
    <a:clrScheme name="uni stgallen Colors">
      <a:dk1>
        <a:sysClr val="windowText" lastClr="000000"/>
      </a:dk1>
      <a:lt1>
        <a:sysClr val="window" lastClr="FFFFFF"/>
      </a:lt1>
      <a:dk2>
        <a:srgbClr val="0A5F2D"/>
      </a:dk2>
      <a:lt2>
        <a:srgbClr val="FFFFFF"/>
      </a:lt2>
      <a:accent1>
        <a:srgbClr val="00802F"/>
      </a:accent1>
      <a:accent2>
        <a:srgbClr val="E1D7C3"/>
      </a:accent2>
      <a:accent3>
        <a:srgbClr val="EB6969"/>
      </a:accent3>
      <a:accent4>
        <a:srgbClr val="73A5AF"/>
      </a:accent4>
      <a:accent5>
        <a:srgbClr val="FFF04B"/>
      </a:accent5>
      <a:accent6>
        <a:srgbClr val="0A5F2D"/>
      </a:accent6>
      <a:hlink>
        <a:srgbClr val="00802F"/>
      </a:hlink>
      <a:folHlink>
        <a:srgbClr val="0A5F2D"/>
      </a:folHlink>
    </a:clrScheme>
    <a:fontScheme name="uni stgallen Font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_stgallen_master_01.potx" id="{30835CC8-2B5A-4E70-B341-DDAB901ED00B}" vid="{29D780FA-9373-4C8E-8A10-29358CDEA5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870F55-7693-4BED-BB93-08298D6C04B0}">
  <we:reference id="94886107-76f9-4f92-aa81-ee726374f3e7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item1.xml><?xml version="1.0" encoding="utf-8"?>
<TemplafySlideTemplateConfiguration><![CDATA[{"slideVersion":1,"isValidatorEnabled":false,"isLocked":false,"elementsMetadata":[],"slideId":"637750113834125595","enableDocumentContentUpdater":true,"version":"2.0"}]]></TemplafySlideTemplateConfiguration>
</file>

<file path=customXml/item2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3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49425","enableDocumentContentUpdater":true,"version":"2.0"}]]></TemplafySlideTemplateConfiguration>
</file>

<file path=customXml/item4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5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8097175473157463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7608","enableDocumentContentUpdater":true,"version":"2.0"}]]></TemplafySlideTemplateConfiguration>
</file>

<file path=customXml/item9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,"isValidatorEnabled":false,"isLocked":false,"elementsMetadata":[],"slideId":"637750113834253485","enableDocumentContentUpdater":true,"version":"2.0"}]]></TemplafySlideTemplateConfiguration>
</file>

<file path=customXml/item12.xml><?xml version="1.0" encoding="utf-8"?>
<Templafy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{"name":"Date","value":"+Z5Mp3YA6oBTYCzRQ9X9ow=="},{"name":"FooterLogo","value":"iTzqZGj1P6MRGUQq8ahlhA=="}]}]]></TemplafyFormConfiguration>
</file>

<file path=customXml/item13.xml><?xml version="1.0" encoding="utf-8"?>
<TemplafySlideTemplateConfiguration><![CDATA[{"slideVersion":1,"isValidatorEnabled":false,"isLocked":false,"elementsMetadata":[],"slideId":"637750113834122525","enableDocumentContentUpdater":true,"version":"2.0"}]]></TemplafySlideTemplateConfiguration>
</file>

<file path=customXml/item14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69210","enableDocumentContentUpdater":true,"version":"2.0"}]]></TemplafySlideTemplateConfiguration>
</file>

<file path=customXml/item1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6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79331","enableDocumentContentUpdater":true,"version":"2.0"}]]></TemplafySlideTemplateConfiguration>
</file>

<file path=customXml/item21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156510","enableDocumentContentUpdater":true,"version":"2.0"}]]></TemplafySlideTemplateConfiguration>
</file>

<file path=customXml/item22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elementConfiguration":{"binding":"{{UserProfile.Department.DepartmentName}} \n{{UserProfile.Department.DepartmentStreet}} {{UserProfile.Department.DepartmentStreetNumber}} \n{{UserProfile.Department.DepartmentPOBox}} {{UserProfile.Department.DepartmentCity}} \n{{UserProfile.Department.DepartmentCountry}} \n{{UserProfile.Department.DepartmentWebsite}}","type":"text","disableUpdates":false}}],"slideId":"637750113834283378","enableDocumentContentUpdater":tru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TemplateConfiguration><![CDATA[{"slideVersion":1,"isValidatorEnabled":false,"isLocked":false,"elementsMetadata":[],"slideId":"637750113834267111","enableDocumentContentUpdater":true,"version":"2.0"}]]></TemplafySlideTemplateConfiguration>
</file>

<file path=customXml/item27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37210","enableDocumentContentUpdater":tru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c8a24f-8b40-44ca-950f-ae5db2c4fa23">
      <Terms xmlns="http://schemas.microsoft.com/office/infopath/2007/PartnerControls"/>
    </lcf76f155ced4ddcb4097134ff3c332f>
    <TaxCatchAll xmlns="71d337dc-809a-4269-a690-d6cd31b4acd0" xsi:nil="true"/>
  </documentManagement>
</p:properties>
</file>

<file path=customXml/item31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31105","enableDocumentContentUpdater":tru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TemplateConfiguration><![CDATA[{"elementsMetadata":[{"type":"shape","id":"56ce75b3-422e-4bea-941a-dc00172cd73f","elementConfiguration":{"binding":"{{FormatDateTime(Form.Date,Translate(\"DateFormat\"),DocumentLanguage)}}","type":"text","disableUpdates":false}},{"type":"shape","id":"ff4a6372-22c5-4dd4-8428-3be358c8e860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802336ec-566b-4a3d-896e-7cccb9fe246d","elementConfiguration":{"binding":"{{Form.Footer}}","type":"text","disableUpdates":false}},{"type":"shape","id":"a2d41398-5271-4cc9-b1dd-66e099bdef04","elementConfiguration":{"binding":"{{UserProfile.Department.DepartmentName}}","visibility":"{{IfElse(Form.FooterLogo, VisibilityType.Hidden,VisibilityType.Visible)}}","type":"text","disableUpdates":false}},{"type":"shape","id":"a40dda36-18a9-40da-9166-9a47a867251f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239d4f55-1bac-4607-8b11-947c6c77cd46","elementConfiguration":{"binding":"{{UserProfile.Department.DepartmentName}} \n{{UserProfile.Department.DepartmentStreet}} {{UserProfile.Department.DepartmentStreetNumber}} \n{{UserProfile.Department.DepartmentPOBox}} {{UserProfile.Department.DepartmentCity}} \n{{UserProfile.Department.DepartmentCountry}} \n{{UserProfile.Department.DepartmentWebsite}}","type":"text","disableUpdates":false}},{"type":"shape","id":"4e7e3c8a-6e06-4468-a348-0ba7b10c4800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843f5766-31d9-4280-a669-00226bb12ba8","elementConfiguration":{"binding":"{{FormatDateTime(Form.Date,Translate(\"DateFormat\"),DocumentLanguage)}}","type":"text","disableUpdates":false}},{"type":"shape","id":"9b9e4f3c-de31-4236-8ed4-5b99f4d3cf2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75162e3e-ae53-4b5e-99da-7a45748d34cc","elementConfiguration":{"binding":"{{Form.Footer}}","type":"text","disableUpdates":false}},{"type":"shape","id":"4b457ff6-1749-4ff7-9ec1-d06b95bd97c4","elementConfiguration":{"binding":"{{UserProfile.Department.DepartmentName}}","visibility":"{{IfElse(Form.FooterLogo, VisibilityType.Hidden,VisibilityType.Visible)}}","type":"text","disableUpdates":false}},{"type":"shape","id":"595e50e6-f562-4e70-8412-9b3e58d54d40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987706d0-0020-48f8-abb7-fa71e92ba907","elementConfiguration":{"binding":"{{FormatDateTime(Form.Date,Translate(\"DateFormat\"),DocumentLanguage)}}","type":"text","disableUpdates":false}},{"type":"shape","id":"18680601-61d8-4c65-b887-d43faff0f7e7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889eed5e-adc6-4545-a320-e60e7fe89049","elementConfiguration":{"binding":"{{FormatDateTime(Form.Date,Translate(\"DateFormat\"),DocumentLanguage)}}","type":"text","disableUpdates":false}},{"type":"shape","id":"3f852e2a-90cd-405b-aa63-881f2da03bb5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a606881e-514e-4f57-b14a-3e310a69b4b5","elementConfiguration":{"binding":"{{Form.Footer}}","type":"text","disableUpdates":false}},{"type":"shape","id":"d89fcdf5-4b31-4eed-a6ec-a34b7588e3dc","elementConfiguration":{"binding":"{{UserProfile.Department.DepartmentName}}","visibility":"{{IfElse(Form.FooterLogo, VisibilityType.Hidden,VisibilityType.Visible)}}","type":"text","disableUpdates":false}},{"type":"shape","id":"e4895852-1c5c-4754-a233-3eec028fd2a8","elementConfiguration":{"binding":"{{FormatDateTime(Form.Date,Translate(\"DateFormat\"),DocumentLanguage)}}","type":"text","disableUpdates":false}},{"type":"shape","id":"d621d8b6-cd2e-463b-982e-d95c5f8a82fb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65b937f8-b6ed-482d-9fcb-89e2ad98182a","elementConfiguration":{"binding":"{{Form.Footer}}","type":"text","disableUpdates":false}},{"type":"shape","id":"8e41931c-7f95-42d4-bfa3-9c5f04293069","elementConfiguration":{"binding":"{{UserProfile.Department.DepartmentName}}","visibility":"{{IfElse(Form.FooterLogo, VisibilityType.Hidden,VisibilityType.Visible)}}","type":"text","disableUpdates":false}},{"type":"shape","id":"313b8357-6b18-490c-9533-a6c0ee071962","elementConfiguration":{"binding":"{{FormatDateTime(Form.Date,Translate(\"DateFormat\"),DocumentLanguage)}}","type":"text","disableUpdates":false}},{"type":"shape","id":"69582c92-e5c7-4749-97ef-47cc4b58fa8b","elementConfiguration":{"binding":"{{FormatDateTime(Form.Date,Translate(\"DateFormat\"),DocumentLanguage)}}","type":"text","disableUpdates":false}},{"type":"shape","id":"4ee707e9-0b9f-42e6-bfac-8cfa418e9d62","elementConfiguration":{"binding":"{{Form.Footer}}","type":"text","disableUpdates":false}},{"type":"shape","id":"b710521b-d63f-429f-a075-a52a6cb7c897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4c8a9ee4-f540-4aa0-9380-f692b4e2dcc6","elementConfiguration":{"binding":"{{UserProfile.Department.DepartmentName}}","visibility":"{{IfElse(Form.FooterLogo, VisibilityType.Hidden,VisibilityType.Visible)}}","type":"text","disableUpdates":false}},{"type":"shape","id":"9c2bec1f-485e-44d6-987c-4c2a62826230","elementConfiguration":{"binding":"{{FormatDateTime(Form.Date,Translate(\"DateFormat\"),DocumentLanguage)}}","type":"text","disableUpdates":false}},{"type":"shape","id":"965f1849-534b-4cf0-ad65-b946ad9126d8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73b120c8-aa6c-4644-86bc-360261a349b9","elementConfiguration":{"binding":"{{Form.Footer}}","type":"text","disableUpdates":false}},{"type":"shape","id":"297fab75-6aaa-4b1a-95bb-193250870530","elementConfiguration":{"binding":"{{UserProfile.Department.DepartmentName}}","visibility":"{{IfElse(Form.FooterLogo, VisibilityType.Hidden,VisibilityType.Visible)}}","type":"text","disableUpdates":false}}],"transformationConfigurations":[{"language":"{{UserProfile.DocumentLanguage.Language}}","disableUpdates":false,"type":"proofingLanguage"},{"propertyName":"creator","propertyValue":"{{UserProfile.FirstName}} {{UserProfile.LastName}}","disableUpdates":false,"type":"documentProperty"},{"propertyName":"title","propertyValue":"Presentation - University of St.Gallen","disableUpdates":false,"type":"documentProperty"}],"templateName":"UNISG Präsentation","templateDescription":"","enableDocumentContentUpdater":true,"version":"2.0"}]]></TemplafyTemplateConfiguration>
</file>

<file path=customXml/item3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C2EED3AEDAB24AB48AF05A7A255DF4" ma:contentTypeVersion="21" ma:contentTypeDescription="Create a new document." ma:contentTypeScope="" ma:versionID="274d9017fadbcc8b67afbe4b22a55600">
  <xsd:schema xmlns:xsd="http://www.w3.org/2001/XMLSchema" xmlns:xs="http://www.w3.org/2001/XMLSchema" xmlns:p="http://schemas.microsoft.com/office/2006/metadata/properties" xmlns:ns2="07c8a24f-8b40-44ca-950f-ae5db2c4fa23" xmlns:ns3="71d337dc-809a-4269-a690-d6cd31b4acd0" targetNamespace="http://schemas.microsoft.com/office/2006/metadata/properties" ma:root="true" ma:fieldsID="0b58614a3de855f8a451fa93eb2e43b4" ns2:_="" ns3:_="">
    <xsd:import namespace="07c8a24f-8b40-44ca-950f-ae5db2c4fa23"/>
    <xsd:import namespace="71d337dc-809a-4269-a690-d6cd31b4ac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8a24f-8b40-44ca-950f-ae5db2c4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a650111-7fb8-408c-8449-112adb6e2e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337dc-809a-4269-a690-d6cd31b4acd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f3f5698-4e7b-49a9-bf00-a8b38c5133ff}" ma:internalName="TaxCatchAll" ma:showField="CatchAllData" ma:web="71d337dc-809a-4269-a690-d6cd31b4ac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5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36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195832","enableDocumentContentUpdater":true,"version":"2.0"}]]></TemplafySlideTemplateConfiguration>
</file>

<file path=customXml/item37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binding":"{{Form.Footer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UserProfile.Department.DepartmentName}}","visibility":"{{IfElse(Form.FooterLogo, VisibilityType.Hidden,VisibilityType.Visible)}}","type":"text","disableUpdates":false}}],"slideId":"637750113834107890","enableDocumentContentUpdater":true,"version":"2.0"}]]></TemplafySlideTemplateConfiguration>
</file>

<file path=customXml/item38.xml><?xml version="1.0" encoding="utf-8"?>
<TemplafySlideTemplateConfiguration><![CDATA[{"slideVersion":1,"isValidatorEnabled":false,"isLocked":false,"elementsMetadata":[],"slideId":"637750113834120761","enableDocumentContentUpdater":true,"version":"2.0"}]]></TemplafySlideTemplateConfiguration>
</file>

<file path=customXml/item39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40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41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46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47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64450","enableDocumentContentUpdater":true,"version":"2.0"}]]></TemplafySlideTemplateConfiguration>
</file>

<file path=customXml/item48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135648","enableDocumentContentUpdater":true,"version":"2.0"}]]></TemplafySlideTemplateConfiguration>
</file>

<file path=customXml/item49.xml><?xml version="1.0" encoding="utf-8"?>
<TemplafySlideTemplateConfiguration><![CDATA[{"slideVersion":1,"isValidatorEnabled":false,"isLocked":false,"elementsMetadata":[],"slideId":"637750113834254135","enableDocumentContentUpdater":true,"version":"2.0"}]]></TemplafySlideTemplateConfiguration>
</file>

<file path=customXml/item50.xml><?xml version="1.0" encoding="utf-8"?>
<TemplafySlide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]}]]></TemplafySlideFormConfiguration>
</file>

<file path=customXml/item51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57356","enableDocumentContentUpdater":true,"version":"2.0"}]]></TemplafySlideTemplateConfiguration>
</file>

<file path=customXml/item52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7008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261908","enableDocumentContentUpdater":true,"version":"2.0"}]]></TemplafySlideTemplateConfiguration>
</file>

<file path=customXml/item54.xml><?xml version="1.0" encoding="utf-8"?>
<TemplafySlideTemplateConfiguration><![CDATA[{"slideVersion":1,"isValidatorEnabled":false,"isLocked":false,"elementsMetadata":[],"slideId":"637750113834130535","enableDocumentContentUpdater":true,"version":"2.0"}]]></TemplafySlideTemplateConfiguration>
</file>

<file path=customXml/item55.xml><?xml version="1.0" encoding="utf-8"?>
<TemplafySlideTemplateConfiguration><![CDATA[{"slideVersion":1,"isValidatorEnabled":false,"isLocked":false,"elementsMetadata":[{"type":"shape","elementConfiguration":{"binding":"{{FormatDateTime(Form.Date,Translate(\"DateFormat\"),DocumentLanguage)}}","type":"text","disableUpdates":false}},{"type":"shape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elementConfiguration":{"binding":"{{Form.Footer}}","type":"text","disableUpdates":false}},{"type":"shape","elementConfiguration":{"binding":"{{UserProfile.Department.DepartmentName}}","visibility":"{{IfElse(Form.FooterLogo, VisibilityType.Hidden,VisibilityType.Visible)}}","type":"text","disableUpdates":false}}],"slideId":"637750113834113416","enableDocumentContentUpdater":true,"version":"2.0"}]]></TemplafySlideTemplateConfiguration>
</file>

<file path=customXml/itemProps1.xml><?xml version="1.0" encoding="utf-8"?>
<ds:datastoreItem xmlns:ds="http://schemas.openxmlformats.org/officeDocument/2006/customXml" ds:itemID="{4CA08EE0-6BFF-42CE-9AEB-A2BB1FFE120F}">
  <ds:schemaRefs/>
</ds:datastoreItem>
</file>

<file path=customXml/itemProps2.xml><?xml version="1.0" encoding="utf-8"?>
<ds:datastoreItem xmlns:ds="http://schemas.openxmlformats.org/officeDocument/2006/customXml" ds:itemID="{357320CA-212D-4182-9447-766838BC3644}">
  <ds:schemaRefs/>
</ds:datastoreItem>
</file>

<file path=customXml/itemProps3.xml><?xml version="1.0" encoding="utf-8"?>
<ds:datastoreItem xmlns:ds="http://schemas.openxmlformats.org/officeDocument/2006/customXml" ds:itemID="{8AA700CF-41AC-4CCC-923C-17ED3F632772}">
  <ds:schemaRefs/>
</ds:datastoreItem>
</file>

<file path=customXml/itemProps4.xml><?xml version="1.0" encoding="utf-8"?>
<ds:datastoreItem xmlns:ds="http://schemas.openxmlformats.org/officeDocument/2006/customXml" ds:itemID="{A35AE265-4942-487E-9782-B0313E5BE5BA}">
  <ds:schemaRefs/>
</ds:datastoreItem>
</file>

<file path=customXml/itemProps5.xml><?xml version="1.0" encoding="utf-8"?>
<ds:datastoreItem xmlns:ds="http://schemas.openxmlformats.org/officeDocument/2006/customXml" ds:itemID="{F0F415B7-3B60-D646-8E61-195FAF28F2E9}">
  <ds:schemaRefs/>
</ds:datastoreItem>
</file>

<file path=customXml/itemProps6.xml><?xml version="1.0" encoding="utf-8"?>
<ds:datastoreItem xmlns:ds="http://schemas.openxmlformats.org/officeDocument/2006/customXml" ds:itemID="{17B6E611-A877-40D8-9669-147A1865FF06}">
  <ds:schemaRefs/>
</ds:datastoreItem>
</file>

<file path=customXml/itemProps7.xml><?xml version="1.0" encoding="utf-8"?>
<ds:datastoreItem xmlns:ds="http://schemas.openxmlformats.org/officeDocument/2006/customXml" ds:itemID="{57D5D086-3D49-4363-99E9-93FB10F7001F}">
  <ds:schemaRefs/>
</ds:datastoreItem>
</file>

<file path=customXml/itemProps8.xml><?xml version="1.0" encoding="utf-8"?>
<ds:datastoreItem xmlns:ds="http://schemas.openxmlformats.org/officeDocument/2006/customXml" ds:itemID="{46D5571C-37EA-4B1A-965C-D1FF428CABBA}">
  <ds:schemaRefs/>
</ds:datastoreItem>
</file>

<file path=customXml/itemProps9.xml><?xml version="1.0" encoding="utf-8"?>
<ds:datastoreItem xmlns:ds="http://schemas.openxmlformats.org/officeDocument/2006/customXml" ds:itemID="{600482A4-E9CD-4DA2-AD6D-ED3DAAC7A90E}">
  <ds:schemaRefs/>
</ds:datastoreItem>
</file>

<file path=customXml/itemProps10.xml><?xml version="1.0" encoding="utf-8"?>
<ds:datastoreItem xmlns:ds="http://schemas.openxmlformats.org/officeDocument/2006/customXml" ds:itemID="{765EC35B-8AF2-40F0-BFE1-C19B71F66BB7}">
  <ds:schemaRefs/>
</ds:datastoreItem>
</file>

<file path=customXml/itemProps11.xml><?xml version="1.0" encoding="utf-8"?>
<ds:datastoreItem xmlns:ds="http://schemas.openxmlformats.org/officeDocument/2006/customXml" ds:itemID="{7F01121C-13E9-483A-B7E6-46DD03B75200}">
  <ds:schemaRefs/>
</ds:datastoreItem>
</file>

<file path=customXml/itemProps12.xml><?xml version="1.0" encoding="utf-8"?>
<ds:datastoreItem xmlns:ds="http://schemas.openxmlformats.org/officeDocument/2006/customXml" ds:itemID="{9BA6235D-7E1A-4B9C-ADE5-24E162A87D03}">
  <ds:schemaRefs/>
</ds:datastoreItem>
</file>

<file path=customXml/itemProps13.xml><?xml version="1.0" encoding="utf-8"?>
<ds:datastoreItem xmlns:ds="http://schemas.openxmlformats.org/officeDocument/2006/customXml" ds:itemID="{BE973802-FCC6-412D-B906-CC95D3BA7379}">
  <ds:schemaRefs/>
</ds:datastoreItem>
</file>

<file path=customXml/itemProps14.xml><?xml version="1.0" encoding="utf-8"?>
<ds:datastoreItem xmlns:ds="http://schemas.openxmlformats.org/officeDocument/2006/customXml" ds:itemID="{DCC1EDEA-6109-42CD-9115-6BD85EF38642}">
  <ds:schemaRefs/>
</ds:datastoreItem>
</file>

<file path=customXml/itemProps15.xml><?xml version="1.0" encoding="utf-8"?>
<ds:datastoreItem xmlns:ds="http://schemas.openxmlformats.org/officeDocument/2006/customXml" ds:itemID="{ED2A37DE-9640-4BAD-87EB-02349D3561C8}">
  <ds:schemaRefs>
    <ds:schemaRef ds:uri="http://schemas.microsoft.com/sharepoint/v3/contenttype/forms"/>
  </ds:schemaRefs>
</ds:datastoreItem>
</file>

<file path=customXml/itemProps16.xml><?xml version="1.0" encoding="utf-8"?>
<ds:datastoreItem xmlns:ds="http://schemas.openxmlformats.org/officeDocument/2006/customXml" ds:itemID="{22F15940-6A24-4FEF-A717-C5EC22A291A1}">
  <ds:schemaRefs/>
</ds:datastoreItem>
</file>

<file path=customXml/itemProps17.xml><?xml version="1.0" encoding="utf-8"?>
<ds:datastoreItem xmlns:ds="http://schemas.openxmlformats.org/officeDocument/2006/customXml" ds:itemID="{10CA47D5-62BF-412C-82C9-AD9C9628E81D}">
  <ds:schemaRefs/>
</ds:datastoreItem>
</file>

<file path=customXml/itemProps18.xml><?xml version="1.0" encoding="utf-8"?>
<ds:datastoreItem xmlns:ds="http://schemas.openxmlformats.org/officeDocument/2006/customXml" ds:itemID="{3DAEF0AC-8F99-434C-A5E8-5F51192FBC2E}">
  <ds:schemaRefs/>
</ds:datastoreItem>
</file>

<file path=customXml/itemProps19.xml><?xml version="1.0" encoding="utf-8"?>
<ds:datastoreItem xmlns:ds="http://schemas.openxmlformats.org/officeDocument/2006/customXml" ds:itemID="{552033E5-1422-443A-ABA7-A9FA421D7629}">
  <ds:schemaRefs/>
</ds:datastoreItem>
</file>

<file path=customXml/itemProps20.xml><?xml version="1.0" encoding="utf-8"?>
<ds:datastoreItem xmlns:ds="http://schemas.openxmlformats.org/officeDocument/2006/customXml" ds:itemID="{66FA18C0-85E2-48F7-961D-7BE01285C862}">
  <ds:schemaRefs/>
</ds:datastoreItem>
</file>

<file path=customXml/itemProps21.xml><?xml version="1.0" encoding="utf-8"?>
<ds:datastoreItem xmlns:ds="http://schemas.openxmlformats.org/officeDocument/2006/customXml" ds:itemID="{90BBE109-2328-4050-BC2C-A7208F976826}">
  <ds:schemaRefs/>
</ds:datastoreItem>
</file>

<file path=customXml/itemProps22.xml><?xml version="1.0" encoding="utf-8"?>
<ds:datastoreItem xmlns:ds="http://schemas.openxmlformats.org/officeDocument/2006/customXml" ds:itemID="{A435609F-4C76-4415-A5FC-BB21AE5C4FD2}">
  <ds:schemaRefs/>
</ds:datastoreItem>
</file>

<file path=customXml/itemProps23.xml><?xml version="1.0" encoding="utf-8"?>
<ds:datastoreItem xmlns:ds="http://schemas.openxmlformats.org/officeDocument/2006/customXml" ds:itemID="{DC466C4A-550D-4144-830C-62BC000CB329}">
  <ds:schemaRefs/>
</ds:datastoreItem>
</file>

<file path=customXml/itemProps24.xml><?xml version="1.0" encoding="utf-8"?>
<ds:datastoreItem xmlns:ds="http://schemas.openxmlformats.org/officeDocument/2006/customXml" ds:itemID="{5CDA3866-4191-4ABE-B434-81C70850BD71}">
  <ds:schemaRefs/>
</ds:datastoreItem>
</file>

<file path=customXml/itemProps25.xml><?xml version="1.0" encoding="utf-8"?>
<ds:datastoreItem xmlns:ds="http://schemas.openxmlformats.org/officeDocument/2006/customXml" ds:itemID="{B77E3FB8-6B77-4C09-82A2-9AF5ACD3601A}">
  <ds:schemaRefs/>
</ds:datastoreItem>
</file>

<file path=customXml/itemProps26.xml><?xml version="1.0" encoding="utf-8"?>
<ds:datastoreItem xmlns:ds="http://schemas.openxmlformats.org/officeDocument/2006/customXml" ds:itemID="{FCB61E48-E0AD-4F83-9AA4-8AC901918564}">
  <ds:schemaRefs/>
</ds:datastoreItem>
</file>

<file path=customXml/itemProps27.xml><?xml version="1.0" encoding="utf-8"?>
<ds:datastoreItem xmlns:ds="http://schemas.openxmlformats.org/officeDocument/2006/customXml" ds:itemID="{0AF5DDBE-5E75-48FC-BA21-32ACE2374F30}">
  <ds:schemaRefs/>
</ds:datastoreItem>
</file>

<file path=customXml/itemProps28.xml><?xml version="1.0" encoding="utf-8"?>
<ds:datastoreItem xmlns:ds="http://schemas.openxmlformats.org/officeDocument/2006/customXml" ds:itemID="{187CDBC8-4301-CA40-9C1E-C2AAF09F8BBD}">
  <ds:schemaRefs/>
</ds:datastoreItem>
</file>

<file path=customXml/itemProps29.xml><?xml version="1.0" encoding="utf-8"?>
<ds:datastoreItem xmlns:ds="http://schemas.openxmlformats.org/officeDocument/2006/customXml" ds:itemID="{4907208B-9EFE-4124-A198-13AD782B858C}">
  <ds:schemaRefs/>
</ds:datastoreItem>
</file>

<file path=customXml/itemProps30.xml><?xml version="1.0" encoding="utf-8"?>
<ds:datastoreItem xmlns:ds="http://schemas.openxmlformats.org/officeDocument/2006/customXml" ds:itemID="{6567BD5C-CC0C-4648-BED2-6CE28F06E5A9}">
  <ds:schemaRefs>
    <ds:schemaRef ds:uri="07c8a24f-8b40-44ca-950f-ae5db2c4fa23"/>
    <ds:schemaRef ds:uri="71d337dc-809a-4269-a690-d6cd31b4ac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1.xml><?xml version="1.0" encoding="utf-8"?>
<ds:datastoreItem xmlns:ds="http://schemas.openxmlformats.org/officeDocument/2006/customXml" ds:itemID="{7D15E2AB-9AA3-4994-B62A-3E2F5C1A2EC4}">
  <ds:schemaRefs/>
</ds:datastoreItem>
</file>

<file path=customXml/itemProps32.xml><?xml version="1.0" encoding="utf-8"?>
<ds:datastoreItem xmlns:ds="http://schemas.openxmlformats.org/officeDocument/2006/customXml" ds:itemID="{A1DE4887-2FA9-49BA-B8BF-E79FB8D56958}">
  <ds:schemaRefs/>
</ds:datastoreItem>
</file>

<file path=customXml/itemProps33.xml><?xml version="1.0" encoding="utf-8"?>
<ds:datastoreItem xmlns:ds="http://schemas.openxmlformats.org/officeDocument/2006/customXml" ds:itemID="{DD23DDCC-ABAF-42D1-9CB2-07E72D883C32}">
  <ds:schemaRefs/>
</ds:datastoreItem>
</file>

<file path=customXml/itemProps34.xml><?xml version="1.0" encoding="utf-8"?>
<ds:datastoreItem xmlns:ds="http://schemas.openxmlformats.org/officeDocument/2006/customXml" ds:itemID="{329B48A9-5067-463C-80F4-7C90FDDEC242}">
  <ds:schemaRefs>
    <ds:schemaRef ds:uri="07c8a24f-8b40-44ca-950f-ae5db2c4fa23"/>
    <ds:schemaRef ds:uri="71d337dc-809a-4269-a690-d6cd31b4ac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5.xml><?xml version="1.0" encoding="utf-8"?>
<ds:datastoreItem xmlns:ds="http://schemas.openxmlformats.org/officeDocument/2006/customXml" ds:itemID="{84926F0E-4CF9-4868-9C6A-F4B02CC81AC4}">
  <ds:schemaRefs/>
</ds:datastoreItem>
</file>

<file path=customXml/itemProps36.xml><?xml version="1.0" encoding="utf-8"?>
<ds:datastoreItem xmlns:ds="http://schemas.openxmlformats.org/officeDocument/2006/customXml" ds:itemID="{C9933F99-DED2-42B9-8123-10C71C06D0F5}">
  <ds:schemaRefs/>
</ds:datastoreItem>
</file>

<file path=customXml/itemProps37.xml><?xml version="1.0" encoding="utf-8"?>
<ds:datastoreItem xmlns:ds="http://schemas.openxmlformats.org/officeDocument/2006/customXml" ds:itemID="{EF9A843C-DEE1-4221-96D6-063228FC0A5C}">
  <ds:schemaRefs/>
</ds:datastoreItem>
</file>

<file path=customXml/itemProps38.xml><?xml version="1.0" encoding="utf-8"?>
<ds:datastoreItem xmlns:ds="http://schemas.openxmlformats.org/officeDocument/2006/customXml" ds:itemID="{10DF96B0-5AB8-4312-B635-364A70A3CD64}">
  <ds:schemaRefs/>
</ds:datastoreItem>
</file>

<file path=customXml/itemProps39.xml><?xml version="1.0" encoding="utf-8"?>
<ds:datastoreItem xmlns:ds="http://schemas.openxmlformats.org/officeDocument/2006/customXml" ds:itemID="{2754228B-0BD8-45C5-B5EB-94306059B5EC}">
  <ds:schemaRefs/>
</ds:datastoreItem>
</file>

<file path=customXml/itemProps40.xml><?xml version="1.0" encoding="utf-8"?>
<ds:datastoreItem xmlns:ds="http://schemas.openxmlformats.org/officeDocument/2006/customXml" ds:itemID="{45B06F8E-AA4D-4F38-9B8B-099300ECC694}">
  <ds:schemaRefs/>
</ds:datastoreItem>
</file>

<file path=customXml/itemProps41.xml><?xml version="1.0" encoding="utf-8"?>
<ds:datastoreItem xmlns:ds="http://schemas.openxmlformats.org/officeDocument/2006/customXml" ds:itemID="{55868A80-4CEC-40D9-B298-8CDA543EF6B4}">
  <ds:schemaRefs/>
</ds:datastoreItem>
</file>

<file path=customXml/itemProps42.xml><?xml version="1.0" encoding="utf-8"?>
<ds:datastoreItem xmlns:ds="http://schemas.openxmlformats.org/officeDocument/2006/customXml" ds:itemID="{AB24DB1C-E169-480A-9390-B8AAE56F6957}">
  <ds:schemaRefs/>
</ds:datastoreItem>
</file>

<file path=customXml/itemProps43.xml><?xml version="1.0" encoding="utf-8"?>
<ds:datastoreItem xmlns:ds="http://schemas.openxmlformats.org/officeDocument/2006/customXml" ds:itemID="{9B272F4A-5C95-4892-AAD9-D7AEF7A26919}">
  <ds:schemaRefs/>
</ds:datastoreItem>
</file>

<file path=customXml/itemProps44.xml><?xml version="1.0" encoding="utf-8"?>
<ds:datastoreItem xmlns:ds="http://schemas.openxmlformats.org/officeDocument/2006/customXml" ds:itemID="{DE9A5BE9-B208-45C2-93C1-997B1E18C5E8}">
  <ds:schemaRefs/>
</ds:datastoreItem>
</file>

<file path=customXml/itemProps45.xml><?xml version="1.0" encoding="utf-8"?>
<ds:datastoreItem xmlns:ds="http://schemas.openxmlformats.org/officeDocument/2006/customXml" ds:itemID="{FFAB5E35-3CC7-4E36-92C6-6DCD3F34D8CF}">
  <ds:schemaRefs/>
</ds:datastoreItem>
</file>

<file path=customXml/itemProps46.xml><?xml version="1.0" encoding="utf-8"?>
<ds:datastoreItem xmlns:ds="http://schemas.openxmlformats.org/officeDocument/2006/customXml" ds:itemID="{1EEB1A81-9962-42B8-BE89-F24FBB4418EA}">
  <ds:schemaRefs/>
</ds:datastoreItem>
</file>

<file path=customXml/itemProps47.xml><?xml version="1.0" encoding="utf-8"?>
<ds:datastoreItem xmlns:ds="http://schemas.openxmlformats.org/officeDocument/2006/customXml" ds:itemID="{0D0AC32F-64CA-4FED-863B-4E0877612F21}">
  <ds:schemaRefs/>
</ds:datastoreItem>
</file>

<file path=customXml/itemProps48.xml><?xml version="1.0" encoding="utf-8"?>
<ds:datastoreItem xmlns:ds="http://schemas.openxmlformats.org/officeDocument/2006/customXml" ds:itemID="{7DDF22D5-378F-4B43-9E2C-6011B6850318}">
  <ds:schemaRefs/>
</ds:datastoreItem>
</file>

<file path=customXml/itemProps49.xml><?xml version="1.0" encoding="utf-8"?>
<ds:datastoreItem xmlns:ds="http://schemas.openxmlformats.org/officeDocument/2006/customXml" ds:itemID="{664F7CED-B0DA-429D-9A7F-4CBF61D24C26}">
  <ds:schemaRefs/>
</ds:datastoreItem>
</file>

<file path=customXml/itemProps50.xml><?xml version="1.0" encoding="utf-8"?>
<ds:datastoreItem xmlns:ds="http://schemas.openxmlformats.org/officeDocument/2006/customXml" ds:itemID="{B0437DFC-C606-441B-B8FC-7769CEA71C34}">
  <ds:schemaRefs/>
</ds:datastoreItem>
</file>

<file path=customXml/itemProps51.xml><?xml version="1.0" encoding="utf-8"?>
<ds:datastoreItem xmlns:ds="http://schemas.openxmlformats.org/officeDocument/2006/customXml" ds:itemID="{D4F2BED0-C414-46BA-AF63-E57A81C2B9FC}">
  <ds:schemaRefs/>
</ds:datastoreItem>
</file>

<file path=customXml/itemProps52.xml><?xml version="1.0" encoding="utf-8"?>
<ds:datastoreItem xmlns:ds="http://schemas.openxmlformats.org/officeDocument/2006/customXml" ds:itemID="{708F14FE-66F6-4744-AD1D-7632167C0D90}">
  <ds:schemaRefs/>
</ds:datastoreItem>
</file>

<file path=customXml/itemProps53.xml><?xml version="1.0" encoding="utf-8"?>
<ds:datastoreItem xmlns:ds="http://schemas.openxmlformats.org/officeDocument/2006/customXml" ds:itemID="{5F64DE57-8A63-47CA-A8AA-FC8E23CF697A}">
  <ds:schemaRefs/>
</ds:datastoreItem>
</file>

<file path=customXml/itemProps54.xml><?xml version="1.0" encoding="utf-8"?>
<ds:datastoreItem xmlns:ds="http://schemas.openxmlformats.org/officeDocument/2006/customXml" ds:itemID="{BA2D1F52-F0AD-4181-AA76-1D6F58ED2D3E}">
  <ds:schemaRefs/>
</ds:datastoreItem>
</file>

<file path=customXml/itemProps55.xml><?xml version="1.0" encoding="utf-8"?>
<ds:datastoreItem xmlns:ds="http://schemas.openxmlformats.org/officeDocument/2006/customXml" ds:itemID="{DCBF58FE-EC78-4FA4-A4AD-8EA1AF6C427F}">
  <ds:schemaRefs/>
</ds:datastoreItem>
</file>

<file path=docMetadata/LabelInfo.xml><?xml version="1.0" encoding="utf-8"?>
<clbl:labelList xmlns:clbl="http://schemas.microsoft.com/office/2020/mipLabelMetadata">
  <clbl:label id="{a7262e59-1b56-4f5a-a412-6f07181f48ee}" enabled="0" method="" siteId="{a7262e59-1b56-4f5a-a412-6f07181f48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uni_stgallen_master_01</Template>
  <Application>Microsoft Office PowerPoint</Application>
  <PresentationFormat>On-screen Show (16:9)</PresentationFormat>
  <Slides>17</Slides>
  <Notes>16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UNISG PPT</vt:lpstr>
      <vt:lpstr>CryptoFlow Event-Driven &amp; Process-Oriented Crypto Portfolio Platform</vt:lpstr>
      <vt:lpstr>What is CryptoFlow?</vt:lpstr>
      <vt:lpstr>Domain: Five Bounded Contexts</vt:lpstr>
      <vt:lpstr>Non-Functional Requirements</vt:lpstr>
      <vt:lpstr>Architecture Overview</vt:lpstr>
      <vt:lpstr>Why Camunda 8 / Zeebe?</vt:lpstr>
      <vt:lpstr>Two Saga Patterns: Driven by Wait Semantics</vt:lpstr>
      <vt:lpstr>Onboarding: Parallel Saga</vt:lpstr>
      <vt:lpstr>Onboarding: Compensation &amp; Flag-Driven Completion</vt:lpstr>
      <vt:lpstr>Onboarding: Individual Service</vt:lpstr>
      <vt:lpstr>Place Order Process - Fairy Tale Saga</vt:lpstr>
      <vt:lpstr>Architecture Details: Additional Patterns</vt:lpstr>
      <vt:lpstr>Insights: Challenges &amp; Lessons Learned</vt:lpstr>
      <vt:lpstr>Demonstration</vt:lpstr>
      <vt:lpstr>Live Demo</vt:lpstr>
      <vt:lpstr>Summary &amp; Key Takeaways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University of St.Gallen</dc:title>
  <dc:creator>Ioannis Theodosiadis</dc:creator>
  <cp:revision>1</cp:revision>
  <dcterms:created xsi:type="dcterms:W3CDTF">2026-04-10T12:12:42Z</dcterms:created>
  <dcterms:modified xsi:type="dcterms:W3CDTF">2026-04-12T17:37:20Z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0x01010034C2EED3AEDAB24AB48AF05A7A255DF4</vt:lpwstr>
  </property>
  <property fmtid="{D5CDD505-2E9C-101B-9397-08002B2CF9AE}" pid="3" name="MediaServiceImageTags">
    <vt:lpwstr/>
  </property>
  <property fmtid="{D5CDD505-2E9C-101B-9397-08002B2CF9AE}" pid="4" name="TemplafyTimeStamp">
    <vt:lpwstr>2024-03-11T15:36:41</vt:lpwstr>
  </property>
  <property fmtid="{D5CDD505-2E9C-101B-9397-08002B2CF9AE}" pid="5" name="TemplafyTenantId">
    <vt:lpwstr>unisg</vt:lpwstr>
  </property>
  <property fmtid="{D5CDD505-2E9C-101B-9397-08002B2CF9AE}" pid="6" name="TemplafyTemplateId">
    <vt:lpwstr>637700762909751978</vt:lpwstr>
  </property>
  <property fmtid="{D5CDD505-2E9C-101B-9397-08002B2CF9AE}" pid="7" name="TemplafyUserProfileId">
    <vt:lpwstr>1429054011544437258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